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5D00"/>
    <a:srgbClr val="AE5E00"/>
    <a:srgbClr val="FFFFFF"/>
    <a:srgbClr val="B62C00"/>
    <a:srgbClr val="E3E3E3"/>
    <a:srgbClr val="E7BDB1"/>
    <a:srgbClr val="4472C4"/>
    <a:srgbClr val="B12900"/>
    <a:srgbClr val="B32A00"/>
    <a:srgbClr val="172C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3"/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3">
        <a:tint val="75000"/>
      </a:schemeClr>
      <a:schemeClr val="accent4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986C88-3464-4C05-89B9-52BE427AFFAD}" type="doc">
      <dgm:prSet loTypeId="urn:microsoft.com/office/officeart/2005/8/layout/pyramid1" loCatId="pyramid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E724C7D4-1C3E-45C7-B73E-1AEFC73ABD53}">
      <dgm:prSet phldrT="[Text]" phldr="0" custT="1"/>
      <dgm:spPr/>
      <dgm:t>
        <a:bodyPr/>
        <a:lstStyle/>
        <a:p>
          <a:endParaRPr lang="en-US" sz="3200" dirty="0"/>
        </a:p>
      </dgm:t>
    </dgm:pt>
    <dgm:pt modelId="{29DCBDCD-95CE-401A-A973-8AF65628A15E}" type="parTrans" cxnId="{6110A674-5D6A-4729-BA5A-AB8890926A94}">
      <dgm:prSet/>
      <dgm:spPr/>
      <dgm:t>
        <a:bodyPr/>
        <a:lstStyle/>
        <a:p>
          <a:endParaRPr lang="en-IN"/>
        </a:p>
      </dgm:t>
    </dgm:pt>
    <dgm:pt modelId="{87683D0B-2DCB-46F4-A1DE-5D9B8A40CCEA}" type="sibTrans" cxnId="{6110A674-5D6A-4729-BA5A-AB8890926A94}">
      <dgm:prSet/>
      <dgm:spPr/>
      <dgm:t>
        <a:bodyPr/>
        <a:lstStyle/>
        <a:p>
          <a:endParaRPr lang="en-IN"/>
        </a:p>
      </dgm:t>
    </dgm:pt>
    <dgm:pt modelId="{55423CAD-FEDF-43A9-877B-8ECE2187D372}">
      <dgm:prSet phldrT="[Text]" phldr="0" custT="1"/>
      <dgm:spPr/>
      <dgm:t>
        <a:bodyPr/>
        <a:lstStyle/>
        <a:p>
          <a:r>
            <a:rPr lang="en-US" sz="800" dirty="0"/>
            <a:t>AI</a:t>
          </a:r>
          <a:endParaRPr lang="en-IN" sz="800" dirty="0"/>
        </a:p>
      </dgm:t>
    </dgm:pt>
    <dgm:pt modelId="{C8D0C918-2489-47E7-88FA-7A179BCD66DE}" type="parTrans" cxnId="{68BC724B-7A61-479A-8E12-37AE4D0E6F3F}">
      <dgm:prSet/>
      <dgm:spPr/>
      <dgm:t>
        <a:bodyPr/>
        <a:lstStyle/>
        <a:p>
          <a:endParaRPr lang="en-IN"/>
        </a:p>
      </dgm:t>
    </dgm:pt>
    <dgm:pt modelId="{37EC68BC-A998-4406-BF5C-8F68EAC0D74F}" type="sibTrans" cxnId="{68BC724B-7A61-479A-8E12-37AE4D0E6F3F}">
      <dgm:prSet/>
      <dgm:spPr/>
      <dgm:t>
        <a:bodyPr/>
        <a:lstStyle/>
        <a:p>
          <a:endParaRPr lang="en-IN"/>
        </a:p>
      </dgm:t>
    </dgm:pt>
    <dgm:pt modelId="{813FD99E-A422-4966-9632-82152B2FCD03}">
      <dgm:prSet phldrT="[Text]" phldr="0" custT="1"/>
      <dgm:spPr/>
      <dgm:t>
        <a:bodyPr/>
        <a:lstStyle/>
        <a:p>
          <a:r>
            <a:rPr lang="en-US" sz="800" dirty="0"/>
            <a:t>S</a:t>
          </a:r>
          <a:endParaRPr lang="en-IN" sz="800" dirty="0"/>
        </a:p>
      </dgm:t>
    </dgm:pt>
    <dgm:pt modelId="{BB4AE84E-5249-4C34-B003-613F6489D39F}" type="parTrans" cxnId="{DD0FA6CC-1304-4CBD-80B1-88AEE64AAD33}">
      <dgm:prSet/>
      <dgm:spPr/>
      <dgm:t>
        <a:bodyPr/>
        <a:lstStyle/>
        <a:p>
          <a:endParaRPr lang="en-IN"/>
        </a:p>
      </dgm:t>
    </dgm:pt>
    <dgm:pt modelId="{831C1272-26A0-440C-A7D6-F08AD7963E84}" type="sibTrans" cxnId="{DD0FA6CC-1304-4CBD-80B1-88AEE64AAD33}">
      <dgm:prSet/>
      <dgm:spPr/>
      <dgm:t>
        <a:bodyPr/>
        <a:lstStyle/>
        <a:p>
          <a:endParaRPr lang="en-IN"/>
        </a:p>
      </dgm:t>
    </dgm:pt>
    <dgm:pt modelId="{BDD39084-6B61-497D-9A25-73F7EFD8C219}" type="pres">
      <dgm:prSet presAssocID="{B7986C88-3464-4C05-89B9-52BE427AFFAD}" presName="Name0" presStyleCnt="0">
        <dgm:presLayoutVars>
          <dgm:dir/>
          <dgm:animLvl val="lvl"/>
          <dgm:resizeHandles val="exact"/>
        </dgm:presLayoutVars>
      </dgm:prSet>
      <dgm:spPr/>
    </dgm:pt>
    <dgm:pt modelId="{67365EF7-B7A5-4E6F-A8DE-146140B5D94C}" type="pres">
      <dgm:prSet presAssocID="{E724C7D4-1C3E-45C7-B73E-1AEFC73ABD53}" presName="Name8" presStyleCnt="0"/>
      <dgm:spPr/>
    </dgm:pt>
    <dgm:pt modelId="{467BC525-FA47-4918-B094-75B5A0EF42F5}" type="pres">
      <dgm:prSet presAssocID="{E724C7D4-1C3E-45C7-B73E-1AEFC73ABD53}" presName="level" presStyleLbl="node1" presStyleIdx="0" presStyleCnt="3" custScaleX="135723" custScaleY="71056" custLinFactNeighborX="1062" custLinFactNeighborY="-1340">
        <dgm:presLayoutVars>
          <dgm:chMax val="1"/>
          <dgm:bulletEnabled val="1"/>
        </dgm:presLayoutVars>
      </dgm:prSet>
      <dgm:spPr/>
    </dgm:pt>
    <dgm:pt modelId="{A4DB4873-27DC-4463-8DE9-D7BBFF811123}" type="pres">
      <dgm:prSet presAssocID="{E724C7D4-1C3E-45C7-B73E-1AEFC73ABD5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1A44551-0B24-47EF-9EF4-DF55FDF75303}" type="pres">
      <dgm:prSet presAssocID="{55423CAD-FEDF-43A9-877B-8ECE2187D372}" presName="Name8" presStyleCnt="0"/>
      <dgm:spPr/>
    </dgm:pt>
    <dgm:pt modelId="{E19652B2-A6BA-4D9D-8A17-1ECFC3A0B2E6}" type="pres">
      <dgm:prSet presAssocID="{55423CAD-FEDF-43A9-877B-8ECE2187D372}" presName="level" presStyleLbl="node1" presStyleIdx="1" presStyleCnt="3" custScaleX="110203">
        <dgm:presLayoutVars>
          <dgm:chMax val="1"/>
          <dgm:bulletEnabled val="1"/>
        </dgm:presLayoutVars>
      </dgm:prSet>
      <dgm:spPr/>
    </dgm:pt>
    <dgm:pt modelId="{F8EFA093-50A0-49F5-A152-805BD83647D3}" type="pres">
      <dgm:prSet presAssocID="{55423CAD-FEDF-43A9-877B-8ECE2187D37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DC2B1CB-357F-4D9D-A49E-73E630D13B0A}" type="pres">
      <dgm:prSet presAssocID="{813FD99E-A422-4966-9632-82152B2FCD03}" presName="Name8" presStyleCnt="0"/>
      <dgm:spPr/>
    </dgm:pt>
    <dgm:pt modelId="{2662D5BF-6F19-4FE5-A75F-43A4B7A79E4C}" type="pres">
      <dgm:prSet presAssocID="{813FD99E-A422-4966-9632-82152B2FCD03}" presName="level" presStyleLbl="node1" presStyleIdx="2" presStyleCnt="3" custScaleX="100000" custLinFactNeighborX="378" custLinFactNeighborY="-20">
        <dgm:presLayoutVars>
          <dgm:chMax val="1"/>
          <dgm:bulletEnabled val="1"/>
        </dgm:presLayoutVars>
      </dgm:prSet>
      <dgm:spPr/>
    </dgm:pt>
    <dgm:pt modelId="{BCAF6931-E3EB-46C8-B1C2-A21A1F755D0A}" type="pres">
      <dgm:prSet presAssocID="{813FD99E-A422-4966-9632-82152B2FCD0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CB7DD70F-6642-4DDC-BB06-F1989C60E328}" type="presOf" srcId="{813FD99E-A422-4966-9632-82152B2FCD03}" destId="{BCAF6931-E3EB-46C8-B1C2-A21A1F755D0A}" srcOrd="1" destOrd="0" presId="urn:microsoft.com/office/officeart/2005/8/layout/pyramid1"/>
    <dgm:cxn modelId="{B6B15A2E-27C9-4B6A-BD07-8952A100F2FF}" type="presOf" srcId="{55423CAD-FEDF-43A9-877B-8ECE2187D372}" destId="{F8EFA093-50A0-49F5-A152-805BD83647D3}" srcOrd="1" destOrd="0" presId="urn:microsoft.com/office/officeart/2005/8/layout/pyramid1"/>
    <dgm:cxn modelId="{62085461-F8D5-49D0-9D96-6068C23A27C8}" type="presOf" srcId="{B7986C88-3464-4C05-89B9-52BE427AFFAD}" destId="{BDD39084-6B61-497D-9A25-73F7EFD8C219}" srcOrd="0" destOrd="0" presId="urn:microsoft.com/office/officeart/2005/8/layout/pyramid1"/>
    <dgm:cxn modelId="{68BC724B-7A61-479A-8E12-37AE4D0E6F3F}" srcId="{B7986C88-3464-4C05-89B9-52BE427AFFAD}" destId="{55423CAD-FEDF-43A9-877B-8ECE2187D372}" srcOrd="1" destOrd="0" parTransId="{C8D0C918-2489-47E7-88FA-7A179BCD66DE}" sibTransId="{37EC68BC-A998-4406-BF5C-8F68EAC0D74F}"/>
    <dgm:cxn modelId="{6110A674-5D6A-4729-BA5A-AB8890926A94}" srcId="{B7986C88-3464-4C05-89B9-52BE427AFFAD}" destId="{E724C7D4-1C3E-45C7-B73E-1AEFC73ABD53}" srcOrd="0" destOrd="0" parTransId="{29DCBDCD-95CE-401A-A973-8AF65628A15E}" sibTransId="{87683D0B-2DCB-46F4-A1DE-5D9B8A40CCEA}"/>
    <dgm:cxn modelId="{0CBF8D84-8212-4A52-BEE9-0B69A7BB82AE}" type="presOf" srcId="{E724C7D4-1C3E-45C7-B73E-1AEFC73ABD53}" destId="{A4DB4873-27DC-4463-8DE9-D7BBFF811123}" srcOrd="1" destOrd="0" presId="urn:microsoft.com/office/officeart/2005/8/layout/pyramid1"/>
    <dgm:cxn modelId="{FD2143B8-7EA4-4332-BE76-0491E14334BA}" type="presOf" srcId="{55423CAD-FEDF-43A9-877B-8ECE2187D372}" destId="{E19652B2-A6BA-4D9D-8A17-1ECFC3A0B2E6}" srcOrd="0" destOrd="0" presId="urn:microsoft.com/office/officeart/2005/8/layout/pyramid1"/>
    <dgm:cxn modelId="{A8F884C2-04D0-44AF-BB56-34BF6E13AA4A}" type="presOf" srcId="{E724C7D4-1C3E-45C7-B73E-1AEFC73ABD53}" destId="{467BC525-FA47-4918-B094-75B5A0EF42F5}" srcOrd="0" destOrd="0" presId="urn:microsoft.com/office/officeart/2005/8/layout/pyramid1"/>
    <dgm:cxn modelId="{DD0FA6CC-1304-4CBD-80B1-88AEE64AAD33}" srcId="{B7986C88-3464-4C05-89B9-52BE427AFFAD}" destId="{813FD99E-A422-4966-9632-82152B2FCD03}" srcOrd="2" destOrd="0" parTransId="{BB4AE84E-5249-4C34-B003-613F6489D39F}" sibTransId="{831C1272-26A0-440C-A7D6-F08AD7963E84}"/>
    <dgm:cxn modelId="{9677D2E0-62C1-452D-8BF7-CE3176398AC4}" type="presOf" srcId="{813FD99E-A422-4966-9632-82152B2FCD03}" destId="{2662D5BF-6F19-4FE5-A75F-43A4B7A79E4C}" srcOrd="0" destOrd="0" presId="urn:microsoft.com/office/officeart/2005/8/layout/pyramid1"/>
    <dgm:cxn modelId="{53719DB8-4099-4889-BDF3-5D8DD18B7C1E}" type="presParOf" srcId="{BDD39084-6B61-497D-9A25-73F7EFD8C219}" destId="{67365EF7-B7A5-4E6F-A8DE-146140B5D94C}" srcOrd="0" destOrd="0" presId="urn:microsoft.com/office/officeart/2005/8/layout/pyramid1"/>
    <dgm:cxn modelId="{C4C60300-7407-4BC5-8E19-92E66828E8B6}" type="presParOf" srcId="{67365EF7-B7A5-4E6F-A8DE-146140B5D94C}" destId="{467BC525-FA47-4918-B094-75B5A0EF42F5}" srcOrd="0" destOrd="0" presId="urn:microsoft.com/office/officeart/2005/8/layout/pyramid1"/>
    <dgm:cxn modelId="{D2847133-98F2-4400-9CCF-1089A09A7B02}" type="presParOf" srcId="{67365EF7-B7A5-4E6F-A8DE-146140B5D94C}" destId="{A4DB4873-27DC-4463-8DE9-D7BBFF811123}" srcOrd="1" destOrd="0" presId="urn:microsoft.com/office/officeart/2005/8/layout/pyramid1"/>
    <dgm:cxn modelId="{188B03F9-CE5A-46BF-B64B-2F7316278A6D}" type="presParOf" srcId="{BDD39084-6B61-497D-9A25-73F7EFD8C219}" destId="{D1A44551-0B24-47EF-9EF4-DF55FDF75303}" srcOrd="1" destOrd="0" presId="urn:microsoft.com/office/officeart/2005/8/layout/pyramid1"/>
    <dgm:cxn modelId="{5AE12AB0-2594-4725-B5C5-B0A73B236F83}" type="presParOf" srcId="{D1A44551-0B24-47EF-9EF4-DF55FDF75303}" destId="{E19652B2-A6BA-4D9D-8A17-1ECFC3A0B2E6}" srcOrd="0" destOrd="0" presId="urn:microsoft.com/office/officeart/2005/8/layout/pyramid1"/>
    <dgm:cxn modelId="{EBCB62AC-BB88-411C-8AA3-F378A2EC7FD0}" type="presParOf" srcId="{D1A44551-0B24-47EF-9EF4-DF55FDF75303}" destId="{F8EFA093-50A0-49F5-A152-805BD83647D3}" srcOrd="1" destOrd="0" presId="urn:microsoft.com/office/officeart/2005/8/layout/pyramid1"/>
    <dgm:cxn modelId="{23B1106A-5CB2-4A66-A358-F509001718B1}" type="presParOf" srcId="{BDD39084-6B61-497D-9A25-73F7EFD8C219}" destId="{FDC2B1CB-357F-4D9D-A49E-73E630D13B0A}" srcOrd="2" destOrd="0" presId="urn:microsoft.com/office/officeart/2005/8/layout/pyramid1"/>
    <dgm:cxn modelId="{4EA6899B-326D-4AE2-B0C4-DD18C9435692}" type="presParOf" srcId="{FDC2B1CB-357F-4D9D-A49E-73E630D13B0A}" destId="{2662D5BF-6F19-4FE5-A75F-43A4B7A79E4C}" srcOrd="0" destOrd="0" presId="urn:microsoft.com/office/officeart/2005/8/layout/pyramid1"/>
    <dgm:cxn modelId="{C67E1203-7F6D-44F9-8D28-43E2EF4CBC9E}" type="presParOf" srcId="{FDC2B1CB-357F-4D9D-A49E-73E630D13B0A}" destId="{BCAF6931-E3EB-46C8-B1C2-A21A1F755D0A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5B352B-8102-4F32-8A37-F350D04FF4D9}" type="doc">
      <dgm:prSet loTypeId="urn:microsoft.com/office/officeart/2026/layout/Small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3873AA-2C90-46B1-8A5A-03DE194B5F1D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dirty="0"/>
            <a:t> -  </a:t>
          </a:r>
          <a:endParaRPr lang="en-IN" dirty="0"/>
        </a:p>
      </dgm:t>
    </dgm:pt>
    <dgm:pt modelId="{4AA59228-F08E-4C63-8052-DED7CFEF4FB0}" type="parTrans" cxnId="{DA614214-A799-43C1-93B6-71909ABEA5B4}">
      <dgm:prSet/>
      <dgm:spPr/>
      <dgm:t>
        <a:bodyPr/>
        <a:lstStyle/>
        <a:p>
          <a:endParaRPr lang="en-IN"/>
        </a:p>
      </dgm:t>
    </dgm:pt>
    <dgm:pt modelId="{09EAEC3B-DF1E-4494-A285-7A4BB72D3FAF}" type="sibTrans" cxnId="{DA614214-A799-43C1-93B6-71909ABEA5B4}">
      <dgm:prSet/>
      <dgm:spPr/>
      <dgm:t>
        <a:bodyPr/>
        <a:lstStyle/>
        <a:p>
          <a:endParaRPr lang="en-IN"/>
        </a:p>
      </dgm:t>
    </dgm:pt>
    <dgm:pt modelId="{D5756747-0E21-44A9-9D61-2F045B6991B3}">
      <dgm:prSet phldrT="Description" phldr="0"/>
      <dgm:spPr/>
      <dgm:t>
        <a:bodyPr/>
        <a:lstStyle/>
        <a:p>
          <a:r>
            <a:rPr lang="en-US" b="1" dirty="0"/>
            <a:t>Minimum</a:t>
          </a:r>
        </a:p>
        <a:p>
          <a:r>
            <a:rPr lang="en-IN" b="1" dirty="0"/>
            <a:t>Train Disruption</a:t>
          </a:r>
        </a:p>
      </dgm:t>
    </dgm:pt>
    <dgm:pt modelId="{C2886ADD-B188-4212-8FF1-02754F4B5A08}" type="parTrans" cxnId="{8DFDA02B-EF19-4A0D-89A5-4BABED2C48B1}">
      <dgm:prSet/>
      <dgm:spPr/>
      <dgm:t>
        <a:bodyPr/>
        <a:lstStyle/>
        <a:p>
          <a:endParaRPr lang="en-IN"/>
        </a:p>
      </dgm:t>
    </dgm:pt>
    <dgm:pt modelId="{9A9E027B-F6C7-4205-B9F5-818515C2B25D}" type="sibTrans" cxnId="{8DFDA02B-EF19-4A0D-89A5-4BABED2C48B1}">
      <dgm:prSet/>
      <dgm:spPr/>
      <dgm:t>
        <a:bodyPr/>
        <a:lstStyle/>
        <a:p>
          <a:endParaRPr lang="en-IN"/>
        </a:p>
      </dgm:t>
    </dgm:pt>
    <dgm:pt modelId="{ACE08741-B752-4E29-BC8C-51861F519CA4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dirty="0"/>
            <a:t>-</a:t>
          </a:r>
          <a:endParaRPr lang="en-IN" dirty="0"/>
        </a:p>
      </dgm:t>
    </dgm:pt>
    <dgm:pt modelId="{5214C93C-57F0-437A-84B3-3D1039210C97}" type="parTrans" cxnId="{285C839F-D91A-42D9-8B8D-519B34876844}">
      <dgm:prSet/>
      <dgm:spPr/>
      <dgm:t>
        <a:bodyPr/>
        <a:lstStyle/>
        <a:p>
          <a:endParaRPr lang="en-IN"/>
        </a:p>
      </dgm:t>
    </dgm:pt>
    <dgm:pt modelId="{C1B60120-16F7-4C32-AA84-56662FAE67CC}" type="sibTrans" cxnId="{285C839F-D91A-42D9-8B8D-519B34876844}">
      <dgm:prSet/>
      <dgm:spPr/>
      <dgm:t>
        <a:bodyPr/>
        <a:lstStyle/>
        <a:p>
          <a:endParaRPr lang="en-IN"/>
        </a:p>
      </dgm:t>
    </dgm:pt>
    <dgm:pt modelId="{1FEF05CA-EBFC-4B13-A3FE-425ECA10EC03}">
      <dgm:prSet phldrT="Description" phldr="0"/>
      <dgm:spPr/>
      <dgm:t>
        <a:bodyPr/>
        <a:lstStyle/>
        <a:p>
          <a:r>
            <a:rPr lang="en-US" b="1" dirty="0"/>
            <a:t>Better Track Utilization</a:t>
          </a:r>
          <a:endParaRPr lang="en-IN" b="1" dirty="0"/>
        </a:p>
      </dgm:t>
    </dgm:pt>
    <dgm:pt modelId="{407DA954-A7F2-48D9-93DB-73A53162FFD6}" type="parTrans" cxnId="{43BE78A8-186D-44FD-82C5-6553DECD095E}">
      <dgm:prSet/>
      <dgm:spPr/>
      <dgm:t>
        <a:bodyPr/>
        <a:lstStyle/>
        <a:p>
          <a:endParaRPr lang="en-IN"/>
        </a:p>
      </dgm:t>
    </dgm:pt>
    <dgm:pt modelId="{0256C0F5-B027-459D-8016-D9A9B966273C}" type="sibTrans" cxnId="{43BE78A8-186D-44FD-82C5-6553DECD095E}">
      <dgm:prSet/>
      <dgm:spPr/>
      <dgm:t>
        <a:bodyPr/>
        <a:lstStyle/>
        <a:p>
          <a:endParaRPr lang="en-IN"/>
        </a:p>
      </dgm:t>
    </dgm:pt>
    <dgm:pt modelId="{34431C9B-975A-4B8D-BC01-3C0E82845CAC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dirty="0"/>
            <a:t>-</a:t>
          </a:r>
          <a:endParaRPr lang="en-IN" dirty="0"/>
        </a:p>
      </dgm:t>
    </dgm:pt>
    <dgm:pt modelId="{6606A179-8DFC-4BA3-9FB7-DEA5B9D81E83}" type="parTrans" cxnId="{E5201EF2-BC18-4EA3-B701-BAFD05FE060F}">
      <dgm:prSet/>
      <dgm:spPr/>
      <dgm:t>
        <a:bodyPr/>
        <a:lstStyle/>
        <a:p>
          <a:endParaRPr lang="en-IN"/>
        </a:p>
      </dgm:t>
    </dgm:pt>
    <dgm:pt modelId="{7C0E661D-D913-48A4-908D-7F6C89366D18}" type="sibTrans" cxnId="{E5201EF2-BC18-4EA3-B701-BAFD05FE060F}">
      <dgm:prSet/>
      <dgm:spPr/>
      <dgm:t>
        <a:bodyPr/>
        <a:lstStyle/>
        <a:p>
          <a:endParaRPr lang="en-IN"/>
        </a:p>
      </dgm:t>
    </dgm:pt>
    <dgm:pt modelId="{40F78C77-0060-4AFF-9B5E-6D50E579D79F}">
      <dgm:prSet phldrT="Description" phldr="0"/>
      <dgm:spPr/>
      <dgm:t>
        <a:bodyPr/>
        <a:lstStyle/>
        <a:p>
          <a:r>
            <a:rPr lang="en-US" b="1" dirty="0"/>
            <a:t>Improved Punctuality</a:t>
          </a:r>
          <a:endParaRPr lang="en-IN" b="1" dirty="0"/>
        </a:p>
      </dgm:t>
    </dgm:pt>
    <dgm:pt modelId="{D508F66C-BDFD-4FB4-B25B-E1903EB92E2F}" type="parTrans" cxnId="{60D0061A-F19F-45CC-A0AA-AEF733F53486}">
      <dgm:prSet/>
      <dgm:spPr/>
      <dgm:t>
        <a:bodyPr/>
        <a:lstStyle/>
        <a:p>
          <a:endParaRPr lang="en-IN"/>
        </a:p>
      </dgm:t>
    </dgm:pt>
    <dgm:pt modelId="{1946B4D0-86BB-4C53-9C83-291DC78B711B}" type="sibTrans" cxnId="{60D0061A-F19F-45CC-A0AA-AEF733F53486}">
      <dgm:prSet/>
      <dgm:spPr/>
      <dgm:t>
        <a:bodyPr/>
        <a:lstStyle/>
        <a:p>
          <a:endParaRPr lang="en-IN"/>
        </a:p>
      </dgm:t>
    </dgm:pt>
    <dgm:pt modelId="{B0551A9D-152B-463E-BC8F-B3C571C3EFE0}">
      <dgm:prSet phldrT="Title" phldr="0"/>
      <dgm:spPr/>
      <dgm:t>
        <a:bodyPr/>
        <a:lstStyle/>
        <a:p>
          <a:pPr>
            <a:defRPr b="1">
              <a:solidFill>
                <a:schemeClr val="accent1"/>
              </a:solidFill>
            </a:defRPr>
          </a:pPr>
          <a:r>
            <a:rPr lang="en-US" dirty="0"/>
            <a:t>-</a:t>
          </a:r>
          <a:endParaRPr lang="en-IN" dirty="0"/>
        </a:p>
      </dgm:t>
    </dgm:pt>
    <dgm:pt modelId="{8F6FC4C1-B935-412B-8211-8524FCF67D08}" type="parTrans" cxnId="{3FBD8504-A5D4-4540-A626-DC648DEC649F}">
      <dgm:prSet/>
      <dgm:spPr/>
      <dgm:t>
        <a:bodyPr/>
        <a:lstStyle/>
        <a:p>
          <a:endParaRPr lang="en-IN"/>
        </a:p>
      </dgm:t>
    </dgm:pt>
    <dgm:pt modelId="{095B6EC6-ED4D-4713-8558-D90C868D264B}" type="sibTrans" cxnId="{3FBD8504-A5D4-4540-A626-DC648DEC649F}">
      <dgm:prSet/>
      <dgm:spPr/>
      <dgm:t>
        <a:bodyPr/>
        <a:lstStyle/>
        <a:p>
          <a:endParaRPr lang="en-IN"/>
        </a:p>
      </dgm:t>
    </dgm:pt>
    <dgm:pt modelId="{A15D20FB-1C84-42CE-9C41-575104B333E9}">
      <dgm:prSet phldrT="Description" phldr="0"/>
      <dgm:spPr/>
      <dgm:t>
        <a:bodyPr/>
        <a:lstStyle/>
        <a:p>
          <a:r>
            <a:rPr lang="en-US" b="1" dirty="0"/>
            <a:t>Cost &amp; Time Efficiency</a:t>
          </a:r>
          <a:endParaRPr lang="en-IN" b="1" dirty="0"/>
        </a:p>
      </dgm:t>
    </dgm:pt>
    <dgm:pt modelId="{315CF934-5730-49BD-939B-9416618A4A8B}" type="parTrans" cxnId="{526539BA-3C7A-435A-9135-18EF8BAA82EB}">
      <dgm:prSet/>
      <dgm:spPr/>
      <dgm:t>
        <a:bodyPr/>
        <a:lstStyle/>
        <a:p>
          <a:endParaRPr lang="en-IN"/>
        </a:p>
      </dgm:t>
    </dgm:pt>
    <dgm:pt modelId="{F06C1D50-D765-46A0-9B9A-CB7A8A9ACC6C}" type="sibTrans" cxnId="{526539BA-3C7A-435A-9135-18EF8BAA82EB}">
      <dgm:prSet/>
      <dgm:spPr/>
      <dgm:t>
        <a:bodyPr/>
        <a:lstStyle/>
        <a:p>
          <a:endParaRPr lang="en-IN"/>
        </a:p>
      </dgm:t>
    </dgm:pt>
    <dgm:pt modelId="{6D21501B-1E41-4B10-AE8B-3091A4ACFC1B}" type="pres">
      <dgm:prSet presAssocID="{DD5B352B-8102-4F32-8A37-F350D04FF4D9}" presName="root" presStyleCnt="0">
        <dgm:presLayoutVars>
          <dgm:dir/>
          <dgm:resizeHandles val="exact"/>
        </dgm:presLayoutVars>
      </dgm:prSet>
      <dgm:spPr/>
    </dgm:pt>
    <dgm:pt modelId="{C38612F4-18C6-4F11-91EA-E3F42E523B62}" type="pres">
      <dgm:prSet presAssocID="{DD5B352B-8102-4F32-8A37-F350D04FF4D9}" presName="connLine" presStyleLbl="dkBgShp" presStyleIdx="0" presStyleCnt="1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FFCA4E54-6392-4937-A8F1-7D0A23C207C4}" type="pres">
      <dgm:prSet presAssocID="{DD5B352B-8102-4F32-8A37-F350D04FF4D9}" presName="itemsFlow" presStyleCnt="0"/>
      <dgm:spPr/>
    </dgm:pt>
    <dgm:pt modelId="{1EFE5391-C0B7-4701-B611-EFEECA899925}" type="pres">
      <dgm:prSet presAssocID="{CC3873AA-2C90-46B1-8A5A-03DE194B5F1D}" presName="item" presStyleCnt="0"/>
      <dgm:spPr/>
    </dgm:pt>
    <dgm:pt modelId="{D58E39AB-B2AE-4BB2-AF1C-EC776BC1FA8D}" type="pres">
      <dgm:prSet presAssocID="{CC3873AA-2C90-46B1-8A5A-03DE194B5F1D}" presName="anchor" presStyleCnt="0"/>
      <dgm:spPr/>
    </dgm:pt>
    <dgm:pt modelId="{1324E8BF-D899-4DBC-86E9-081426A41359}" type="pres">
      <dgm:prSet presAssocID="{CC3873AA-2C90-46B1-8A5A-03DE194B5F1D}" presName="titleText" presStyleLbl="revTx" presStyleIdx="0" presStyleCnt="0" custScaleX="72210">
        <dgm:presLayoutVars>
          <dgm:chMax val="0"/>
          <dgm:chPref val="0"/>
        </dgm:presLayoutVars>
      </dgm:prSet>
      <dgm:spPr/>
    </dgm:pt>
    <dgm:pt modelId="{256490EA-B0E6-4229-89C8-4C63D369C881}" type="pres">
      <dgm:prSet presAssocID="{CC3873AA-2C90-46B1-8A5A-03DE194B5F1D}" presName="dot" presStyleLbl="node1NoLn" presStyleIdx="0" presStyleCnt="4"/>
      <dgm:spPr/>
    </dgm:pt>
    <dgm:pt modelId="{5BA5F709-8E47-4612-BAE6-9524E9409FA0}" type="pres">
      <dgm:prSet presAssocID="{CC3873AA-2C90-46B1-8A5A-03DE194B5F1D}" presName="descText" presStyleLbl="revTx" presStyleIdx="0" presStyleCnt="0" custScaleY="64871">
        <dgm:presLayoutVars>
          <dgm:chMax val="0"/>
          <dgm:chPref val="0"/>
        </dgm:presLayoutVars>
      </dgm:prSet>
      <dgm:spPr/>
    </dgm:pt>
    <dgm:pt modelId="{1BFBB4EA-ADE4-41BB-8EBD-3B3C0947FFFA}" type="pres">
      <dgm:prSet presAssocID="{09EAEC3B-DF1E-4494-A285-7A4BB72D3FAF}" presName="spacer" presStyleCnt="0"/>
      <dgm:spPr/>
    </dgm:pt>
    <dgm:pt modelId="{EBE0FEA7-02D2-4289-B739-F2F3BCAE164F}" type="pres">
      <dgm:prSet presAssocID="{ACE08741-B752-4E29-BC8C-51861F519CA4}" presName="item" presStyleCnt="0"/>
      <dgm:spPr/>
    </dgm:pt>
    <dgm:pt modelId="{BEF49B72-8779-4218-B1CA-6A17D78CA530}" type="pres">
      <dgm:prSet presAssocID="{ACE08741-B752-4E29-BC8C-51861F519CA4}" presName="anchor" presStyleCnt="0"/>
      <dgm:spPr/>
    </dgm:pt>
    <dgm:pt modelId="{7FDAF6FD-03FA-4897-98B7-2E7A43806D71}" type="pres">
      <dgm:prSet presAssocID="{ACE08741-B752-4E29-BC8C-51861F519CA4}" presName="titleText" presStyleLbl="revTx" presStyleIdx="0" presStyleCnt="0">
        <dgm:presLayoutVars>
          <dgm:chMax val="0"/>
          <dgm:chPref val="0"/>
        </dgm:presLayoutVars>
      </dgm:prSet>
      <dgm:spPr/>
    </dgm:pt>
    <dgm:pt modelId="{9B387EF5-2F25-43DB-9409-00D01D702DD4}" type="pres">
      <dgm:prSet presAssocID="{ACE08741-B752-4E29-BC8C-51861F519CA4}" presName="dot" presStyleLbl="node1NoLn" presStyleIdx="1" presStyleCnt="4"/>
      <dgm:spPr/>
    </dgm:pt>
    <dgm:pt modelId="{51D5D69F-EF83-4542-B809-0BF6D7E4D023}" type="pres">
      <dgm:prSet presAssocID="{ACE08741-B752-4E29-BC8C-51861F519CA4}" presName="descText" presStyleLbl="revTx" presStyleIdx="0" presStyleCnt="0">
        <dgm:presLayoutVars>
          <dgm:chMax val="0"/>
          <dgm:chPref val="0"/>
        </dgm:presLayoutVars>
      </dgm:prSet>
      <dgm:spPr/>
    </dgm:pt>
    <dgm:pt modelId="{1D70531D-0E3E-44F8-A426-36E812E8FE5A}" type="pres">
      <dgm:prSet presAssocID="{C1B60120-16F7-4C32-AA84-56662FAE67CC}" presName="spacer" presStyleCnt="0"/>
      <dgm:spPr/>
    </dgm:pt>
    <dgm:pt modelId="{D2A16F0C-D3AF-495B-9485-0C0608A01EEA}" type="pres">
      <dgm:prSet presAssocID="{34431C9B-975A-4B8D-BC01-3C0E82845CAC}" presName="item" presStyleCnt="0"/>
      <dgm:spPr/>
    </dgm:pt>
    <dgm:pt modelId="{35D249DB-A16C-47A1-B7B9-D9C8AEFCB835}" type="pres">
      <dgm:prSet presAssocID="{34431C9B-975A-4B8D-BC01-3C0E82845CAC}" presName="anchor" presStyleCnt="0"/>
      <dgm:spPr/>
    </dgm:pt>
    <dgm:pt modelId="{DF9AC7B7-1137-4837-9502-20AB7E3D8780}" type="pres">
      <dgm:prSet presAssocID="{34431C9B-975A-4B8D-BC01-3C0E82845CAC}" presName="titleText" presStyleLbl="revTx" presStyleIdx="0" presStyleCnt="0">
        <dgm:presLayoutVars>
          <dgm:chMax val="0"/>
          <dgm:chPref val="0"/>
        </dgm:presLayoutVars>
      </dgm:prSet>
      <dgm:spPr/>
    </dgm:pt>
    <dgm:pt modelId="{9F8AECC8-86A6-44C7-A1C9-890F234DBE14}" type="pres">
      <dgm:prSet presAssocID="{34431C9B-975A-4B8D-BC01-3C0E82845CAC}" presName="dot" presStyleLbl="node1NoLn" presStyleIdx="2" presStyleCnt="4"/>
      <dgm:spPr/>
    </dgm:pt>
    <dgm:pt modelId="{FF62B483-C0AE-4F60-9742-37C640F6F557}" type="pres">
      <dgm:prSet presAssocID="{34431C9B-975A-4B8D-BC01-3C0E82845CAC}" presName="descText" presStyleLbl="revTx" presStyleIdx="0" presStyleCnt="0">
        <dgm:presLayoutVars>
          <dgm:chMax val="0"/>
          <dgm:chPref val="0"/>
        </dgm:presLayoutVars>
      </dgm:prSet>
      <dgm:spPr/>
    </dgm:pt>
    <dgm:pt modelId="{C95D60D0-4F83-43D6-87D4-B300C5A92662}" type="pres">
      <dgm:prSet presAssocID="{7C0E661D-D913-48A4-908D-7F6C89366D18}" presName="spacer" presStyleCnt="0"/>
      <dgm:spPr/>
    </dgm:pt>
    <dgm:pt modelId="{4F96B766-5A78-4D09-A052-C308819E642D}" type="pres">
      <dgm:prSet presAssocID="{B0551A9D-152B-463E-BC8F-B3C571C3EFE0}" presName="item" presStyleCnt="0"/>
      <dgm:spPr/>
    </dgm:pt>
    <dgm:pt modelId="{91645A80-A26B-4656-B723-4DE4247DC057}" type="pres">
      <dgm:prSet presAssocID="{B0551A9D-152B-463E-BC8F-B3C571C3EFE0}" presName="anchor" presStyleCnt="0"/>
      <dgm:spPr/>
    </dgm:pt>
    <dgm:pt modelId="{9B289BB7-7798-4798-BDB0-7EFC3D3DCDCD}" type="pres">
      <dgm:prSet presAssocID="{B0551A9D-152B-463E-BC8F-B3C571C3EFE0}" presName="titleText" presStyleLbl="revTx" presStyleIdx="0" presStyleCnt="0">
        <dgm:presLayoutVars>
          <dgm:chMax val="0"/>
          <dgm:chPref val="0"/>
        </dgm:presLayoutVars>
      </dgm:prSet>
      <dgm:spPr/>
    </dgm:pt>
    <dgm:pt modelId="{C35BBDA7-8835-4720-9A6D-272C1B3B599E}" type="pres">
      <dgm:prSet presAssocID="{B0551A9D-152B-463E-BC8F-B3C571C3EFE0}" presName="dot" presStyleLbl="node1NoLn" presStyleIdx="3" presStyleCnt="4"/>
      <dgm:spPr/>
    </dgm:pt>
    <dgm:pt modelId="{CD954765-6A48-4A1A-9C6B-03B79094E6DE}" type="pres">
      <dgm:prSet presAssocID="{B0551A9D-152B-463E-BC8F-B3C571C3EFE0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3FBD8504-A5D4-4540-A626-DC648DEC649F}" srcId="{DD5B352B-8102-4F32-8A37-F350D04FF4D9}" destId="{B0551A9D-152B-463E-BC8F-B3C571C3EFE0}" srcOrd="3" destOrd="0" parTransId="{8F6FC4C1-B935-412B-8211-8524FCF67D08}" sibTransId="{095B6EC6-ED4D-4713-8558-D90C868D264B}"/>
    <dgm:cxn modelId="{428D7C0B-385B-4772-9D45-CAF46CE5107F}" type="presOf" srcId="{DD5B352B-8102-4F32-8A37-F350D04FF4D9}" destId="{6D21501B-1E41-4B10-AE8B-3091A4ACFC1B}" srcOrd="0" destOrd="0" presId="urn:microsoft.com/office/officeart/2026/layout/SmallDotsVertical"/>
    <dgm:cxn modelId="{DA614214-A799-43C1-93B6-71909ABEA5B4}" srcId="{DD5B352B-8102-4F32-8A37-F350D04FF4D9}" destId="{CC3873AA-2C90-46B1-8A5A-03DE194B5F1D}" srcOrd="0" destOrd="0" parTransId="{4AA59228-F08E-4C63-8052-DED7CFEF4FB0}" sibTransId="{09EAEC3B-DF1E-4494-A285-7A4BB72D3FAF}"/>
    <dgm:cxn modelId="{60D0061A-F19F-45CC-A0AA-AEF733F53486}" srcId="{34431C9B-975A-4B8D-BC01-3C0E82845CAC}" destId="{40F78C77-0060-4AFF-9B5E-6D50E579D79F}" srcOrd="0" destOrd="0" parTransId="{D508F66C-BDFD-4FB4-B25B-E1903EB92E2F}" sibTransId="{1946B4D0-86BB-4C53-9C83-291DC78B711B}"/>
    <dgm:cxn modelId="{8DFDA02B-EF19-4A0D-89A5-4BABED2C48B1}" srcId="{CC3873AA-2C90-46B1-8A5A-03DE194B5F1D}" destId="{D5756747-0E21-44A9-9D61-2F045B6991B3}" srcOrd="0" destOrd="0" parTransId="{C2886ADD-B188-4212-8FF1-02754F4B5A08}" sibTransId="{9A9E027B-F6C7-4205-B9F5-818515C2B25D}"/>
    <dgm:cxn modelId="{C38D4543-E99C-48FC-A6D3-AB60E43CBF01}" type="presOf" srcId="{34431C9B-975A-4B8D-BC01-3C0E82845CAC}" destId="{DF9AC7B7-1137-4837-9502-20AB7E3D8780}" srcOrd="0" destOrd="0" presId="urn:microsoft.com/office/officeart/2026/layout/SmallDotsVertical"/>
    <dgm:cxn modelId="{631AB06A-E398-4E95-B218-6949B723130D}" type="presOf" srcId="{A15D20FB-1C84-42CE-9C41-575104B333E9}" destId="{CD954765-6A48-4A1A-9C6B-03B79094E6DE}" srcOrd="0" destOrd="0" presId="urn:microsoft.com/office/officeart/2026/layout/SmallDotsVertical"/>
    <dgm:cxn modelId="{25EDDD4C-652F-4A18-B96B-2BBA4CD0690A}" type="presOf" srcId="{40F78C77-0060-4AFF-9B5E-6D50E579D79F}" destId="{FF62B483-C0AE-4F60-9742-37C640F6F557}" srcOrd="0" destOrd="0" presId="urn:microsoft.com/office/officeart/2026/layout/SmallDotsVertical"/>
    <dgm:cxn modelId="{FDFBD898-736D-4A89-9078-9B117180971C}" type="presOf" srcId="{CC3873AA-2C90-46B1-8A5A-03DE194B5F1D}" destId="{1324E8BF-D899-4DBC-86E9-081426A41359}" srcOrd="0" destOrd="0" presId="urn:microsoft.com/office/officeart/2026/layout/SmallDotsVertical"/>
    <dgm:cxn modelId="{285C839F-D91A-42D9-8B8D-519B34876844}" srcId="{DD5B352B-8102-4F32-8A37-F350D04FF4D9}" destId="{ACE08741-B752-4E29-BC8C-51861F519CA4}" srcOrd="1" destOrd="0" parTransId="{5214C93C-57F0-437A-84B3-3D1039210C97}" sibTransId="{C1B60120-16F7-4C32-AA84-56662FAE67CC}"/>
    <dgm:cxn modelId="{43BE78A8-186D-44FD-82C5-6553DECD095E}" srcId="{ACE08741-B752-4E29-BC8C-51861F519CA4}" destId="{1FEF05CA-EBFC-4B13-A3FE-425ECA10EC03}" srcOrd="0" destOrd="0" parTransId="{407DA954-A7F2-48D9-93DB-73A53162FFD6}" sibTransId="{0256C0F5-B027-459D-8016-D9A9B966273C}"/>
    <dgm:cxn modelId="{E97216B4-5D83-4833-BA9D-489BE9406EDA}" type="presOf" srcId="{B0551A9D-152B-463E-BC8F-B3C571C3EFE0}" destId="{9B289BB7-7798-4798-BDB0-7EFC3D3DCDCD}" srcOrd="0" destOrd="0" presId="urn:microsoft.com/office/officeart/2026/layout/SmallDotsVertical"/>
    <dgm:cxn modelId="{526539BA-3C7A-435A-9135-18EF8BAA82EB}" srcId="{B0551A9D-152B-463E-BC8F-B3C571C3EFE0}" destId="{A15D20FB-1C84-42CE-9C41-575104B333E9}" srcOrd="0" destOrd="0" parTransId="{315CF934-5730-49BD-939B-9416618A4A8B}" sibTransId="{F06C1D50-D765-46A0-9B9A-CB7A8A9ACC6C}"/>
    <dgm:cxn modelId="{BEF83ECF-03A2-47D2-9CA0-A5C6BBBDF836}" type="presOf" srcId="{1FEF05CA-EBFC-4B13-A3FE-425ECA10EC03}" destId="{51D5D69F-EF83-4542-B809-0BF6D7E4D023}" srcOrd="0" destOrd="0" presId="urn:microsoft.com/office/officeart/2026/layout/SmallDotsVertical"/>
    <dgm:cxn modelId="{4FA3B2D4-506E-440C-A652-90B6B7EBC69A}" type="presOf" srcId="{D5756747-0E21-44A9-9D61-2F045B6991B3}" destId="{5BA5F709-8E47-4612-BAE6-9524E9409FA0}" srcOrd="0" destOrd="0" presId="urn:microsoft.com/office/officeart/2026/layout/SmallDotsVertical"/>
    <dgm:cxn modelId="{E5201EF2-BC18-4EA3-B701-BAFD05FE060F}" srcId="{DD5B352B-8102-4F32-8A37-F350D04FF4D9}" destId="{34431C9B-975A-4B8D-BC01-3C0E82845CAC}" srcOrd="2" destOrd="0" parTransId="{6606A179-8DFC-4BA3-9FB7-DEA5B9D81E83}" sibTransId="{7C0E661D-D913-48A4-908D-7F6C89366D18}"/>
    <dgm:cxn modelId="{04934FFB-EC9B-4323-8B04-A7AFFE54B9EC}" type="presOf" srcId="{ACE08741-B752-4E29-BC8C-51861F519CA4}" destId="{7FDAF6FD-03FA-4897-98B7-2E7A43806D71}" srcOrd="0" destOrd="0" presId="urn:microsoft.com/office/officeart/2026/layout/SmallDotsVertical"/>
    <dgm:cxn modelId="{8516949B-1841-486C-BF83-71EF233B3595}" type="presParOf" srcId="{6D21501B-1E41-4B10-AE8B-3091A4ACFC1B}" destId="{C38612F4-18C6-4F11-91EA-E3F42E523B62}" srcOrd="0" destOrd="0" presId="urn:microsoft.com/office/officeart/2026/layout/SmallDotsVertical"/>
    <dgm:cxn modelId="{B2F38188-F11F-4C8F-9E73-5376D5A4A933}" type="presParOf" srcId="{6D21501B-1E41-4B10-AE8B-3091A4ACFC1B}" destId="{FFCA4E54-6392-4937-A8F1-7D0A23C207C4}" srcOrd="1" destOrd="0" presId="urn:microsoft.com/office/officeart/2026/layout/SmallDotsVertical"/>
    <dgm:cxn modelId="{EEC1AB1F-FE80-45A0-B65E-03A51A80EA8D}" type="presParOf" srcId="{FFCA4E54-6392-4937-A8F1-7D0A23C207C4}" destId="{1EFE5391-C0B7-4701-B611-EFEECA899925}" srcOrd="0" destOrd="0" presId="urn:microsoft.com/office/officeart/2026/layout/SmallDotsVertical"/>
    <dgm:cxn modelId="{F2CA5264-9FCB-4DD6-9467-9755F89FD1F8}" type="presParOf" srcId="{1EFE5391-C0B7-4701-B611-EFEECA899925}" destId="{D58E39AB-B2AE-4BB2-AF1C-EC776BC1FA8D}" srcOrd="0" destOrd="0" presId="urn:microsoft.com/office/officeart/2026/layout/SmallDotsVertical"/>
    <dgm:cxn modelId="{61A04DA6-DBA1-4BDE-A3A1-48C813CD3CE2}" type="presParOf" srcId="{1EFE5391-C0B7-4701-B611-EFEECA899925}" destId="{1324E8BF-D899-4DBC-86E9-081426A41359}" srcOrd="1" destOrd="0" presId="urn:microsoft.com/office/officeart/2026/layout/SmallDotsVertical"/>
    <dgm:cxn modelId="{0BED6AD1-46A4-42D7-BBCA-9A03B613868F}" type="presParOf" srcId="{1EFE5391-C0B7-4701-B611-EFEECA899925}" destId="{256490EA-B0E6-4229-89C8-4C63D369C881}" srcOrd="2" destOrd="0" presId="urn:microsoft.com/office/officeart/2026/layout/SmallDotsVertical"/>
    <dgm:cxn modelId="{AB6F5056-8FAE-4D1A-84AD-B0441D3D5433}" type="presParOf" srcId="{1EFE5391-C0B7-4701-B611-EFEECA899925}" destId="{5BA5F709-8E47-4612-BAE6-9524E9409FA0}" srcOrd="3" destOrd="0" presId="urn:microsoft.com/office/officeart/2026/layout/SmallDotsVertical"/>
    <dgm:cxn modelId="{6D4E641A-F748-4A61-A0CE-120BE437D5DA}" type="presParOf" srcId="{FFCA4E54-6392-4937-A8F1-7D0A23C207C4}" destId="{1BFBB4EA-ADE4-41BB-8EBD-3B3C0947FFFA}" srcOrd="1" destOrd="0" presId="urn:microsoft.com/office/officeart/2026/layout/SmallDotsVertical"/>
    <dgm:cxn modelId="{42505EA1-8ECE-4840-AEEC-EB4EAC01ABB9}" type="presParOf" srcId="{FFCA4E54-6392-4937-A8F1-7D0A23C207C4}" destId="{EBE0FEA7-02D2-4289-B739-F2F3BCAE164F}" srcOrd="2" destOrd="0" presId="urn:microsoft.com/office/officeart/2026/layout/SmallDotsVertical"/>
    <dgm:cxn modelId="{872B3774-98CB-4B2F-94FD-992BAFE2C6ED}" type="presParOf" srcId="{EBE0FEA7-02D2-4289-B739-F2F3BCAE164F}" destId="{BEF49B72-8779-4218-B1CA-6A17D78CA530}" srcOrd="0" destOrd="0" presId="urn:microsoft.com/office/officeart/2026/layout/SmallDotsVertical"/>
    <dgm:cxn modelId="{0441940D-976C-44EB-8C71-C073AC340E11}" type="presParOf" srcId="{EBE0FEA7-02D2-4289-B739-F2F3BCAE164F}" destId="{7FDAF6FD-03FA-4897-98B7-2E7A43806D71}" srcOrd="1" destOrd="0" presId="urn:microsoft.com/office/officeart/2026/layout/SmallDotsVertical"/>
    <dgm:cxn modelId="{5087FEAF-854C-48F2-B84E-C976C89288D5}" type="presParOf" srcId="{EBE0FEA7-02D2-4289-B739-F2F3BCAE164F}" destId="{9B387EF5-2F25-43DB-9409-00D01D702DD4}" srcOrd="2" destOrd="0" presId="urn:microsoft.com/office/officeart/2026/layout/SmallDotsVertical"/>
    <dgm:cxn modelId="{35F0EF3C-9266-413D-A5A7-9FB49FBB5858}" type="presParOf" srcId="{EBE0FEA7-02D2-4289-B739-F2F3BCAE164F}" destId="{51D5D69F-EF83-4542-B809-0BF6D7E4D023}" srcOrd="3" destOrd="0" presId="urn:microsoft.com/office/officeart/2026/layout/SmallDotsVertical"/>
    <dgm:cxn modelId="{05FDB4A8-0C00-484D-8EE2-2CB2C096B1FA}" type="presParOf" srcId="{FFCA4E54-6392-4937-A8F1-7D0A23C207C4}" destId="{1D70531D-0E3E-44F8-A426-36E812E8FE5A}" srcOrd="3" destOrd="0" presId="urn:microsoft.com/office/officeart/2026/layout/SmallDotsVertical"/>
    <dgm:cxn modelId="{F292F8DB-4BC3-4456-91C4-82BE082E2CDB}" type="presParOf" srcId="{FFCA4E54-6392-4937-A8F1-7D0A23C207C4}" destId="{D2A16F0C-D3AF-495B-9485-0C0608A01EEA}" srcOrd="4" destOrd="0" presId="urn:microsoft.com/office/officeart/2026/layout/SmallDotsVertical"/>
    <dgm:cxn modelId="{0E149BBA-AA10-414F-A4BC-C31C0D9BA804}" type="presParOf" srcId="{D2A16F0C-D3AF-495B-9485-0C0608A01EEA}" destId="{35D249DB-A16C-47A1-B7B9-D9C8AEFCB835}" srcOrd="0" destOrd="0" presId="urn:microsoft.com/office/officeart/2026/layout/SmallDotsVertical"/>
    <dgm:cxn modelId="{4B1C2A4F-E56B-4389-955D-4DED5755EDE2}" type="presParOf" srcId="{D2A16F0C-D3AF-495B-9485-0C0608A01EEA}" destId="{DF9AC7B7-1137-4837-9502-20AB7E3D8780}" srcOrd="1" destOrd="0" presId="urn:microsoft.com/office/officeart/2026/layout/SmallDotsVertical"/>
    <dgm:cxn modelId="{A276D949-CD01-4B6F-A287-553705030380}" type="presParOf" srcId="{D2A16F0C-D3AF-495B-9485-0C0608A01EEA}" destId="{9F8AECC8-86A6-44C7-A1C9-890F234DBE14}" srcOrd="2" destOrd="0" presId="urn:microsoft.com/office/officeart/2026/layout/SmallDotsVertical"/>
    <dgm:cxn modelId="{E2002512-FE49-475F-8D29-93EB71E30D82}" type="presParOf" srcId="{D2A16F0C-D3AF-495B-9485-0C0608A01EEA}" destId="{FF62B483-C0AE-4F60-9742-37C640F6F557}" srcOrd="3" destOrd="0" presId="urn:microsoft.com/office/officeart/2026/layout/SmallDotsVertical"/>
    <dgm:cxn modelId="{A0EE0647-EED6-45D3-9B1B-31E1CA544A8E}" type="presParOf" srcId="{FFCA4E54-6392-4937-A8F1-7D0A23C207C4}" destId="{C95D60D0-4F83-43D6-87D4-B300C5A92662}" srcOrd="5" destOrd="0" presId="urn:microsoft.com/office/officeart/2026/layout/SmallDotsVertical"/>
    <dgm:cxn modelId="{7BC52220-C153-4371-90EE-A09976635070}" type="presParOf" srcId="{FFCA4E54-6392-4937-A8F1-7D0A23C207C4}" destId="{4F96B766-5A78-4D09-A052-C308819E642D}" srcOrd="6" destOrd="0" presId="urn:microsoft.com/office/officeart/2026/layout/SmallDotsVertical"/>
    <dgm:cxn modelId="{6B9B59C2-EE3C-4A29-8262-EC0E1210EDFD}" type="presParOf" srcId="{4F96B766-5A78-4D09-A052-C308819E642D}" destId="{91645A80-A26B-4656-B723-4DE4247DC057}" srcOrd="0" destOrd="0" presId="urn:microsoft.com/office/officeart/2026/layout/SmallDotsVertical"/>
    <dgm:cxn modelId="{81E6B1E6-B408-4DE9-AB4C-AF40BE0D4A11}" type="presParOf" srcId="{4F96B766-5A78-4D09-A052-C308819E642D}" destId="{9B289BB7-7798-4798-BDB0-7EFC3D3DCDCD}" srcOrd="1" destOrd="0" presId="urn:microsoft.com/office/officeart/2026/layout/SmallDotsVertical"/>
    <dgm:cxn modelId="{B671A878-3EBF-4ABF-9E72-519A2BF1BDCC}" type="presParOf" srcId="{4F96B766-5A78-4D09-A052-C308819E642D}" destId="{C35BBDA7-8835-4720-9A6D-272C1B3B599E}" srcOrd="2" destOrd="0" presId="urn:microsoft.com/office/officeart/2026/layout/SmallDotsVertical"/>
    <dgm:cxn modelId="{0290F6C3-591F-4ABD-9D18-17CD1F910EC8}" type="presParOf" srcId="{4F96B766-5A78-4D09-A052-C308819E642D}" destId="{CD954765-6A48-4A1A-9C6B-03B79094E6DE}" srcOrd="3" destOrd="0" presId="urn:microsoft.com/office/officeart/2026/layout/SmallDotsVertical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596FFD-0EDA-4596-83B5-2536FE2D2D57}" type="doc">
      <dgm:prSet loTypeId="urn:microsoft.com/office/officeart/2011/layout/HexagonRadial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A0315C05-7A91-48FF-AAD6-F08AACDA4583}">
      <dgm:prSet phldrT="[Text]" phldr="0" custT="1"/>
      <dgm:spPr/>
      <dgm:t>
        <a:bodyPr/>
        <a:lstStyle/>
        <a:p>
          <a:r>
            <a:rPr lang="en-US" sz="2200" dirty="0">
              <a:solidFill>
                <a:schemeClr val="accent1">
                  <a:lumMod val="50000"/>
                </a:schemeClr>
              </a:solidFill>
              <a:latin typeface="Berlin Sans FB" panose="020E0602020502020306" pitchFamily="34" charset="0"/>
            </a:rPr>
            <a:t>KAVACH     BIE</a:t>
          </a:r>
        </a:p>
        <a:p>
          <a:r>
            <a:rPr lang="en-IN" sz="1200" b="1" dirty="0">
              <a:solidFill>
                <a:schemeClr val="accent1"/>
              </a:solidFill>
            </a:rPr>
            <a:t>AI Optimization Engine</a:t>
          </a:r>
        </a:p>
        <a:p>
          <a:r>
            <a:rPr lang="en-IN" sz="1000" b="1" dirty="0"/>
            <a:t>Finds the optimal block window with minimum disruption</a:t>
          </a:r>
        </a:p>
      </dgm:t>
    </dgm:pt>
    <dgm:pt modelId="{A105B8ED-3483-4F08-B13E-9CDC4D2F387F}" type="parTrans" cxnId="{E8969B15-54A1-4AC2-9FD1-7F2008ADC15C}">
      <dgm:prSet/>
      <dgm:spPr/>
      <dgm:t>
        <a:bodyPr/>
        <a:lstStyle/>
        <a:p>
          <a:endParaRPr lang="en-IN"/>
        </a:p>
      </dgm:t>
    </dgm:pt>
    <dgm:pt modelId="{899E99A7-1B0B-4B9E-8E11-BB75546070F7}" type="sibTrans" cxnId="{E8969B15-54A1-4AC2-9FD1-7F2008ADC15C}">
      <dgm:prSet/>
      <dgm:spPr/>
      <dgm:t>
        <a:bodyPr/>
        <a:lstStyle/>
        <a:p>
          <a:endParaRPr lang="en-IN"/>
        </a:p>
      </dgm:t>
    </dgm:pt>
    <dgm:pt modelId="{0387BDE3-7E98-400B-B28F-66F782AF82BD}">
      <dgm:prSet phldrT="[Text]" phldr="0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b="1" u="sng" dirty="0">
              <a:solidFill>
                <a:schemeClr val="accent1"/>
              </a:solidFill>
            </a:rPr>
            <a:t>1.TRAIN DATA INPUT</a:t>
          </a:r>
        </a:p>
        <a:p>
          <a:pPr>
            <a:buFont typeface="Arial" panose="020B0604020202020204" pitchFamily="34" charset="0"/>
            <a:buChar char="•"/>
          </a:pPr>
          <a:r>
            <a:rPr lang="en-US" sz="1200" b="1" dirty="0"/>
            <a:t>-&gt;Train Schedules</a:t>
          </a:r>
        </a:p>
        <a:p>
          <a:pPr>
            <a:buFont typeface="Arial" panose="020B0604020202020204" pitchFamily="34" charset="0"/>
            <a:buChar char="•"/>
          </a:pPr>
          <a:r>
            <a:rPr lang="en-US" sz="1200" b="1" dirty="0"/>
            <a:t>-&gt;Historical Delays</a:t>
          </a:r>
        </a:p>
        <a:p>
          <a:pPr>
            <a:buFont typeface="Arial" panose="020B0604020202020204" pitchFamily="34" charset="0"/>
            <a:buChar char="•"/>
          </a:pPr>
          <a:r>
            <a:rPr lang="en-US" sz="1200" b="1" dirty="0"/>
            <a:t>-&gt;Traffic Density</a:t>
          </a:r>
        </a:p>
        <a:p>
          <a:pPr>
            <a:buFont typeface="Arial" panose="020B0604020202020204" pitchFamily="34" charset="0"/>
            <a:buChar char="•"/>
          </a:pPr>
          <a:r>
            <a:rPr lang="en-US" sz="1200" b="1" dirty="0"/>
            <a:t>-&gt;Route information</a:t>
          </a:r>
        </a:p>
        <a:p>
          <a:pPr>
            <a:buFont typeface="Arial" panose="020B0604020202020204" pitchFamily="34" charset="0"/>
            <a:buChar char="•"/>
          </a:pPr>
          <a:endParaRPr lang="en-IN" sz="1800" dirty="0"/>
        </a:p>
      </dgm:t>
    </dgm:pt>
    <dgm:pt modelId="{943682BD-7AF4-49CE-89F1-DF04176283B0}" type="parTrans" cxnId="{E8651E19-8364-48A2-BB04-854D463646C6}">
      <dgm:prSet/>
      <dgm:spPr/>
      <dgm:t>
        <a:bodyPr/>
        <a:lstStyle/>
        <a:p>
          <a:endParaRPr lang="en-IN"/>
        </a:p>
      </dgm:t>
    </dgm:pt>
    <dgm:pt modelId="{EBF72621-266F-4776-A6C3-A5E33DA9A6F7}" type="sibTrans" cxnId="{E8651E19-8364-48A2-BB04-854D463646C6}">
      <dgm:prSet/>
      <dgm:spPr/>
      <dgm:t>
        <a:bodyPr/>
        <a:lstStyle/>
        <a:p>
          <a:endParaRPr lang="en-IN"/>
        </a:p>
      </dgm:t>
    </dgm:pt>
    <dgm:pt modelId="{16D93F07-1C7C-46C5-812A-9544939883A0}">
      <dgm:prSet phldrT="[Text]" phldr="0" custT="1"/>
      <dgm:spPr/>
      <dgm:t>
        <a:bodyPr/>
        <a:lstStyle/>
        <a:p>
          <a:r>
            <a:rPr lang="en-US" sz="1200" b="1" u="sng" dirty="0">
              <a:solidFill>
                <a:schemeClr val="accent1"/>
              </a:solidFill>
            </a:rPr>
            <a:t>2.MAINTENANCE NEEDS</a:t>
          </a:r>
        </a:p>
        <a:p>
          <a:r>
            <a:rPr lang="en-IN" sz="1000" b="1" dirty="0"/>
            <a:t>-&gt;Track maintenance request</a:t>
          </a:r>
        </a:p>
        <a:p>
          <a:r>
            <a:rPr lang="en-IN" sz="1000" b="1" dirty="0"/>
            <a:t>-&gt;Block duration-&gt;Priority of maintenance</a:t>
          </a:r>
        </a:p>
        <a:p>
          <a:r>
            <a:rPr lang="en-IN" sz="1000" b="1" dirty="0"/>
            <a:t>-&gt;Resource availability</a:t>
          </a:r>
        </a:p>
      </dgm:t>
    </dgm:pt>
    <dgm:pt modelId="{70F900CD-CAF1-4770-96EB-35EEE57D44F7}" type="parTrans" cxnId="{CBA80386-7F69-481A-9297-833FA6667DA8}">
      <dgm:prSet/>
      <dgm:spPr/>
      <dgm:t>
        <a:bodyPr/>
        <a:lstStyle/>
        <a:p>
          <a:endParaRPr lang="en-IN"/>
        </a:p>
      </dgm:t>
    </dgm:pt>
    <dgm:pt modelId="{B5CD07DD-F2DC-48D1-AFE4-388D56A62392}" type="sibTrans" cxnId="{CBA80386-7F69-481A-9297-833FA6667DA8}">
      <dgm:prSet/>
      <dgm:spPr/>
      <dgm:t>
        <a:bodyPr/>
        <a:lstStyle/>
        <a:p>
          <a:endParaRPr lang="en-IN"/>
        </a:p>
      </dgm:t>
    </dgm:pt>
    <dgm:pt modelId="{17A0595A-387E-404D-8DB6-078D19ECE89A}">
      <dgm:prSet phldrT="[Text]" phldr="0" custT="1"/>
      <dgm:spPr/>
      <dgm:t>
        <a:bodyPr/>
        <a:lstStyle/>
        <a:p>
          <a:r>
            <a:rPr lang="en-US" sz="1200" b="1" u="sng" dirty="0">
              <a:solidFill>
                <a:schemeClr val="accent1"/>
              </a:solidFill>
            </a:rPr>
            <a:t>3.AI ANALYSIS &amp; OPTIMIZATION</a:t>
          </a:r>
        </a:p>
        <a:p>
          <a:r>
            <a:rPr lang="en-IN" sz="1050" b="1" u="none" dirty="0">
              <a:solidFill>
                <a:schemeClr val="tx1"/>
              </a:solidFill>
            </a:rPr>
            <a:t>-&gt;Analyzes train movement</a:t>
          </a:r>
        </a:p>
        <a:p>
          <a:r>
            <a:rPr lang="en-IN" sz="1050" b="1" u="none" dirty="0">
              <a:solidFill>
                <a:schemeClr val="tx1"/>
              </a:solidFill>
            </a:rPr>
            <a:t>-&gt;Checks constraints &amp; rules</a:t>
          </a:r>
        </a:p>
        <a:p>
          <a:r>
            <a:rPr lang="en-IN" sz="1050" b="1" u="none" dirty="0">
              <a:solidFill>
                <a:schemeClr val="tx1"/>
              </a:solidFill>
            </a:rPr>
            <a:t>-&gt;Predicts delays</a:t>
          </a:r>
        </a:p>
        <a:p>
          <a:r>
            <a:rPr lang="en-IN" sz="1050" b="1" u="none" dirty="0">
              <a:solidFill>
                <a:schemeClr val="tx1"/>
              </a:solidFill>
            </a:rPr>
            <a:t>-&gt;Runs Optimization </a:t>
          </a:r>
        </a:p>
        <a:p>
          <a:r>
            <a:rPr lang="en-IN" sz="1050" b="1" u="none" dirty="0">
              <a:solidFill>
                <a:schemeClr val="tx1"/>
              </a:solidFill>
            </a:rPr>
            <a:t>algorithm</a:t>
          </a:r>
        </a:p>
      </dgm:t>
    </dgm:pt>
    <dgm:pt modelId="{BB994375-3AE3-4F15-9162-66604F179C0C}" type="parTrans" cxnId="{5C339775-B600-40F6-82F4-FC27917CF1A2}">
      <dgm:prSet/>
      <dgm:spPr/>
      <dgm:t>
        <a:bodyPr/>
        <a:lstStyle/>
        <a:p>
          <a:endParaRPr lang="en-IN"/>
        </a:p>
      </dgm:t>
    </dgm:pt>
    <dgm:pt modelId="{552AAA0B-8427-4F93-A7D5-0C95C719E8E6}" type="sibTrans" cxnId="{5C339775-B600-40F6-82F4-FC27917CF1A2}">
      <dgm:prSet/>
      <dgm:spPr/>
      <dgm:t>
        <a:bodyPr/>
        <a:lstStyle/>
        <a:p>
          <a:endParaRPr lang="en-IN"/>
        </a:p>
      </dgm:t>
    </dgm:pt>
    <dgm:pt modelId="{1D6B430C-EF1C-487E-9BD8-EE1E044342DD}">
      <dgm:prSet phldrT="[Text]" phldr="0" custT="1"/>
      <dgm:spPr/>
      <dgm:t>
        <a:bodyPr/>
        <a:lstStyle/>
        <a:p>
          <a:r>
            <a:rPr lang="en-US" sz="1400" b="1" u="sng" dirty="0">
              <a:solidFill>
                <a:schemeClr val="accent1"/>
              </a:solidFill>
            </a:rPr>
            <a:t>4.Conflict check</a:t>
          </a:r>
        </a:p>
        <a:p>
          <a:r>
            <a:rPr lang="en-IN" sz="1050" b="1" dirty="0"/>
            <a:t>-&gt;Detects schedule conflicts</a:t>
          </a:r>
        </a:p>
        <a:p>
          <a:r>
            <a:rPr lang="en-IN" sz="1050" b="1" dirty="0"/>
            <a:t>-&gt;Validate safety constraints</a:t>
          </a:r>
        </a:p>
        <a:p>
          <a:r>
            <a:rPr lang="en-IN" sz="1050" b="1" dirty="0"/>
            <a:t>-&gt;Ensures operational feasibility</a:t>
          </a:r>
        </a:p>
        <a:p>
          <a:r>
            <a:rPr lang="en-IN" sz="1050" b="1" dirty="0"/>
            <a:t>-&gt;Checks regulatory rules</a:t>
          </a:r>
        </a:p>
      </dgm:t>
    </dgm:pt>
    <dgm:pt modelId="{7EFFE976-985C-42CE-BE2A-194E0086768A}" type="parTrans" cxnId="{69CA38F2-4745-4977-A82B-0032BC4DE13F}">
      <dgm:prSet/>
      <dgm:spPr/>
      <dgm:t>
        <a:bodyPr/>
        <a:lstStyle/>
        <a:p>
          <a:endParaRPr lang="en-IN"/>
        </a:p>
      </dgm:t>
    </dgm:pt>
    <dgm:pt modelId="{45D189DD-90FC-4582-BC61-9FB7245D48AC}" type="sibTrans" cxnId="{69CA38F2-4745-4977-A82B-0032BC4DE13F}">
      <dgm:prSet/>
      <dgm:spPr/>
      <dgm:t>
        <a:bodyPr/>
        <a:lstStyle/>
        <a:p>
          <a:endParaRPr lang="en-IN"/>
        </a:p>
      </dgm:t>
    </dgm:pt>
    <dgm:pt modelId="{F9ADA2FE-C66C-435F-B14E-BFC4457B5374}">
      <dgm:prSet phldrT="[Text]" phldr="0" custT="1"/>
      <dgm:spPr/>
      <dgm:t>
        <a:bodyPr/>
        <a:lstStyle/>
        <a:p>
          <a:r>
            <a:rPr lang="en-US" sz="1400" b="1" u="sng" dirty="0">
              <a:solidFill>
                <a:schemeClr val="accent1"/>
              </a:solidFill>
            </a:rPr>
            <a:t>5.Optimal Block Window</a:t>
          </a:r>
        </a:p>
        <a:p>
          <a:r>
            <a:rPr lang="en-IN" sz="1050" b="1" dirty="0"/>
            <a:t>-&gt;Best time for block</a:t>
          </a:r>
        </a:p>
        <a:p>
          <a:r>
            <a:rPr lang="en-IN" sz="1050" b="1" dirty="0"/>
            <a:t>-&gt;Minimum train disruption</a:t>
          </a:r>
        </a:p>
        <a:p>
          <a:r>
            <a:rPr lang="en-IN" sz="1050" b="1" dirty="0"/>
            <a:t>-&gt;Maximum track utilization</a:t>
          </a:r>
        </a:p>
        <a:p>
          <a:r>
            <a:rPr lang="en-IN" sz="1050" b="1" dirty="0"/>
            <a:t>-&gt;Balanced Operations</a:t>
          </a:r>
        </a:p>
      </dgm:t>
    </dgm:pt>
    <dgm:pt modelId="{6BBACD46-CCA7-4868-BC21-A0BC1CE4E83E}" type="parTrans" cxnId="{BA5D17C0-89CB-4217-ACA0-6B9DCA7758F6}">
      <dgm:prSet/>
      <dgm:spPr/>
      <dgm:t>
        <a:bodyPr/>
        <a:lstStyle/>
        <a:p>
          <a:endParaRPr lang="en-IN"/>
        </a:p>
      </dgm:t>
    </dgm:pt>
    <dgm:pt modelId="{59F6468C-6F7E-4077-9C8A-1B0F9DCF8CD2}" type="sibTrans" cxnId="{BA5D17C0-89CB-4217-ACA0-6B9DCA7758F6}">
      <dgm:prSet/>
      <dgm:spPr/>
      <dgm:t>
        <a:bodyPr/>
        <a:lstStyle/>
        <a:p>
          <a:endParaRPr lang="en-IN"/>
        </a:p>
      </dgm:t>
    </dgm:pt>
    <dgm:pt modelId="{257028B2-0C69-48EF-93FE-FF2D40F87B39}">
      <dgm:prSet phldrT="[Text]" phldr="0" custT="1"/>
      <dgm:spPr/>
      <dgm:t>
        <a:bodyPr/>
        <a:lstStyle/>
        <a:p>
          <a:r>
            <a:rPr lang="en-US" sz="1400" b="1" u="sng" dirty="0">
              <a:solidFill>
                <a:schemeClr val="accent1"/>
              </a:solidFill>
            </a:rPr>
            <a:t>6.Monitor &amp; Adapt</a:t>
          </a:r>
        </a:p>
        <a:p>
          <a:r>
            <a:rPr lang="en-IN" sz="1050" b="1" dirty="0"/>
            <a:t>-&gt;Real time monitoring</a:t>
          </a:r>
        </a:p>
        <a:p>
          <a:r>
            <a:rPr lang="en-IN" sz="1050" b="1" dirty="0"/>
            <a:t>-&gt;Track block Execution</a:t>
          </a:r>
        </a:p>
        <a:p>
          <a:r>
            <a:rPr lang="en-IN" sz="1050" b="1" dirty="0"/>
            <a:t>-&gt;Feedback &amp; learning</a:t>
          </a:r>
        </a:p>
        <a:p>
          <a:r>
            <a:rPr lang="en-IN" sz="1050" b="1" dirty="0"/>
            <a:t>-&gt;Continuous improvement</a:t>
          </a:r>
        </a:p>
      </dgm:t>
    </dgm:pt>
    <dgm:pt modelId="{AB8C2EF2-7A5C-47CA-BD6A-FE0AD7E65414}" type="parTrans" cxnId="{3DF0AAB2-7B42-4FB2-8E2E-C6C45A1D36D1}">
      <dgm:prSet/>
      <dgm:spPr/>
      <dgm:t>
        <a:bodyPr/>
        <a:lstStyle/>
        <a:p>
          <a:endParaRPr lang="en-IN"/>
        </a:p>
      </dgm:t>
    </dgm:pt>
    <dgm:pt modelId="{F3351948-6AC3-4C60-BF64-EF17FB30D2E1}" type="sibTrans" cxnId="{3DF0AAB2-7B42-4FB2-8E2E-C6C45A1D36D1}">
      <dgm:prSet/>
      <dgm:spPr/>
      <dgm:t>
        <a:bodyPr/>
        <a:lstStyle/>
        <a:p>
          <a:endParaRPr lang="en-IN"/>
        </a:p>
      </dgm:t>
    </dgm:pt>
    <dgm:pt modelId="{40AE8E80-78DD-4C3F-87F8-0F82DA7B125E}" type="pres">
      <dgm:prSet presAssocID="{AC596FFD-0EDA-4596-83B5-2536FE2D2D5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A956D300-58E7-4F14-8529-AB709EA5602C}" type="pres">
      <dgm:prSet presAssocID="{A0315C05-7A91-48FF-AAD6-F08AACDA4583}" presName="Parent" presStyleLbl="node0" presStyleIdx="0" presStyleCnt="1" custLinFactNeighborX="1440" custLinFactNeighborY="1665">
        <dgm:presLayoutVars>
          <dgm:chMax val="6"/>
          <dgm:chPref val="6"/>
        </dgm:presLayoutVars>
      </dgm:prSet>
      <dgm:spPr/>
    </dgm:pt>
    <dgm:pt modelId="{A0800A76-CF5E-401D-9A0E-A2F7CB9840F9}" type="pres">
      <dgm:prSet presAssocID="{0387BDE3-7E98-400B-B28F-66F782AF82BD}" presName="Accent1" presStyleCnt="0"/>
      <dgm:spPr/>
    </dgm:pt>
    <dgm:pt modelId="{3AD93DC6-5960-4C8C-874C-3D8FAE993E25}" type="pres">
      <dgm:prSet presAssocID="{0387BDE3-7E98-400B-B28F-66F782AF82BD}" presName="Accent" presStyleLbl="bgShp" presStyleIdx="0" presStyleCnt="6"/>
      <dgm:spPr/>
    </dgm:pt>
    <dgm:pt modelId="{9D071E10-66A6-43C4-821E-963E2ABD09B6}" type="pres">
      <dgm:prSet presAssocID="{0387BDE3-7E98-400B-B28F-66F782AF82BD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085E40F-D0EC-4B50-BCC2-0F32CEE586D7}" type="pres">
      <dgm:prSet presAssocID="{16D93F07-1C7C-46C5-812A-9544939883A0}" presName="Accent2" presStyleCnt="0"/>
      <dgm:spPr/>
    </dgm:pt>
    <dgm:pt modelId="{1FE1EAA4-A399-48C1-A741-F5D4848DCB66}" type="pres">
      <dgm:prSet presAssocID="{16D93F07-1C7C-46C5-812A-9544939883A0}" presName="Accent" presStyleLbl="bgShp" presStyleIdx="1" presStyleCnt="6"/>
      <dgm:spPr/>
    </dgm:pt>
    <dgm:pt modelId="{1D2CE63A-1B47-42D1-8E52-5E01926B40F7}" type="pres">
      <dgm:prSet presAssocID="{16D93F07-1C7C-46C5-812A-9544939883A0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105B8B2-2957-4EE4-A906-521D4F421218}" type="pres">
      <dgm:prSet presAssocID="{17A0595A-387E-404D-8DB6-078D19ECE89A}" presName="Accent3" presStyleCnt="0"/>
      <dgm:spPr/>
    </dgm:pt>
    <dgm:pt modelId="{842F770D-36A9-41CA-A6CE-57F12808AA9F}" type="pres">
      <dgm:prSet presAssocID="{17A0595A-387E-404D-8DB6-078D19ECE89A}" presName="Accent" presStyleLbl="bgShp" presStyleIdx="2" presStyleCnt="6"/>
      <dgm:spPr/>
    </dgm:pt>
    <dgm:pt modelId="{780FB817-ED9C-40B7-AFED-AE77DA97B6BF}" type="pres">
      <dgm:prSet presAssocID="{17A0595A-387E-404D-8DB6-078D19ECE89A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75366B38-B3B2-4685-A083-6B4D46A1C44D}" type="pres">
      <dgm:prSet presAssocID="{1D6B430C-EF1C-487E-9BD8-EE1E044342DD}" presName="Accent4" presStyleCnt="0"/>
      <dgm:spPr/>
    </dgm:pt>
    <dgm:pt modelId="{769CA14E-0011-4038-921B-10360D33DF33}" type="pres">
      <dgm:prSet presAssocID="{1D6B430C-EF1C-487E-9BD8-EE1E044342DD}" presName="Accent" presStyleLbl="bgShp" presStyleIdx="3" presStyleCnt="6"/>
      <dgm:spPr/>
    </dgm:pt>
    <dgm:pt modelId="{A3EE165C-89BF-4790-B1C3-FF409EE96CFF}" type="pres">
      <dgm:prSet presAssocID="{1D6B430C-EF1C-487E-9BD8-EE1E044342DD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FDA25760-EC44-496E-B21A-02512279A5D2}" type="pres">
      <dgm:prSet presAssocID="{F9ADA2FE-C66C-435F-B14E-BFC4457B5374}" presName="Accent5" presStyleCnt="0"/>
      <dgm:spPr/>
    </dgm:pt>
    <dgm:pt modelId="{121EE7A7-486E-4FAD-B388-06354D9762C4}" type="pres">
      <dgm:prSet presAssocID="{F9ADA2FE-C66C-435F-B14E-BFC4457B5374}" presName="Accent" presStyleLbl="bgShp" presStyleIdx="4" presStyleCnt="6"/>
      <dgm:spPr/>
    </dgm:pt>
    <dgm:pt modelId="{3E2CE08F-933D-46A8-9D0E-1C7EC0F70A28}" type="pres">
      <dgm:prSet presAssocID="{F9ADA2FE-C66C-435F-B14E-BFC4457B5374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0D1259F-546A-4AEF-939C-6F9F08DA67FD}" type="pres">
      <dgm:prSet presAssocID="{257028B2-0C69-48EF-93FE-FF2D40F87B39}" presName="Accent6" presStyleCnt="0"/>
      <dgm:spPr/>
    </dgm:pt>
    <dgm:pt modelId="{8D1893C3-DDB5-4138-9EC2-16004345F55F}" type="pres">
      <dgm:prSet presAssocID="{257028B2-0C69-48EF-93FE-FF2D40F87B39}" presName="Accent" presStyleLbl="bgShp" presStyleIdx="5" presStyleCnt="6"/>
      <dgm:spPr/>
    </dgm:pt>
    <dgm:pt modelId="{A392BFBC-EC5E-46B0-9C09-EF278602DE86}" type="pres">
      <dgm:prSet presAssocID="{257028B2-0C69-48EF-93FE-FF2D40F87B39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934F70C-3494-4B55-992B-DC70D1629056}" type="presOf" srcId="{257028B2-0C69-48EF-93FE-FF2D40F87B39}" destId="{A392BFBC-EC5E-46B0-9C09-EF278602DE86}" srcOrd="0" destOrd="0" presId="urn:microsoft.com/office/officeart/2011/layout/HexagonRadial"/>
    <dgm:cxn modelId="{E8969B15-54A1-4AC2-9FD1-7F2008ADC15C}" srcId="{AC596FFD-0EDA-4596-83B5-2536FE2D2D57}" destId="{A0315C05-7A91-48FF-AAD6-F08AACDA4583}" srcOrd="0" destOrd="0" parTransId="{A105B8ED-3483-4F08-B13E-9CDC4D2F387F}" sibTransId="{899E99A7-1B0B-4B9E-8E11-BB75546070F7}"/>
    <dgm:cxn modelId="{E8651E19-8364-48A2-BB04-854D463646C6}" srcId="{A0315C05-7A91-48FF-AAD6-F08AACDA4583}" destId="{0387BDE3-7E98-400B-B28F-66F782AF82BD}" srcOrd="0" destOrd="0" parTransId="{943682BD-7AF4-49CE-89F1-DF04176283B0}" sibTransId="{EBF72621-266F-4776-A6C3-A5E33DA9A6F7}"/>
    <dgm:cxn modelId="{5B54B927-0EB2-45A6-A729-F79F3487EDDC}" type="presOf" srcId="{17A0595A-387E-404D-8DB6-078D19ECE89A}" destId="{780FB817-ED9C-40B7-AFED-AE77DA97B6BF}" srcOrd="0" destOrd="0" presId="urn:microsoft.com/office/officeart/2011/layout/HexagonRadial"/>
    <dgm:cxn modelId="{5A25C147-2E74-4C00-864A-338F4E65DFEF}" type="presOf" srcId="{0387BDE3-7E98-400B-B28F-66F782AF82BD}" destId="{9D071E10-66A6-43C4-821E-963E2ABD09B6}" srcOrd="0" destOrd="0" presId="urn:microsoft.com/office/officeart/2011/layout/HexagonRadial"/>
    <dgm:cxn modelId="{5C339775-B600-40F6-82F4-FC27917CF1A2}" srcId="{A0315C05-7A91-48FF-AAD6-F08AACDA4583}" destId="{17A0595A-387E-404D-8DB6-078D19ECE89A}" srcOrd="2" destOrd="0" parTransId="{BB994375-3AE3-4F15-9162-66604F179C0C}" sibTransId="{552AAA0B-8427-4F93-A7D5-0C95C719E8E6}"/>
    <dgm:cxn modelId="{EF7B3A81-51BC-445F-8708-F5964C32CA56}" type="presOf" srcId="{A0315C05-7A91-48FF-AAD6-F08AACDA4583}" destId="{A956D300-58E7-4F14-8529-AB709EA5602C}" srcOrd="0" destOrd="0" presId="urn:microsoft.com/office/officeart/2011/layout/HexagonRadial"/>
    <dgm:cxn modelId="{CBA80386-7F69-481A-9297-833FA6667DA8}" srcId="{A0315C05-7A91-48FF-AAD6-F08AACDA4583}" destId="{16D93F07-1C7C-46C5-812A-9544939883A0}" srcOrd="1" destOrd="0" parTransId="{70F900CD-CAF1-4770-96EB-35EEE57D44F7}" sibTransId="{B5CD07DD-F2DC-48D1-AFE4-388D56A62392}"/>
    <dgm:cxn modelId="{BAA0D6AF-643F-4C8D-B205-F46F7716CDE9}" type="presOf" srcId="{AC596FFD-0EDA-4596-83B5-2536FE2D2D57}" destId="{40AE8E80-78DD-4C3F-87F8-0F82DA7B125E}" srcOrd="0" destOrd="0" presId="urn:microsoft.com/office/officeart/2011/layout/HexagonRadial"/>
    <dgm:cxn modelId="{0E782AB1-8E87-4631-8A32-6F241C025A48}" type="presOf" srcId="{1D6B430C-EF1C-487E-9BD8-EE1E044342DD}" destId="{A3EE165C-89BF-4790-B1C3-FF409EE96CFF}" srcOrd="0" destOrd="0" presId="urn:microsoft.com/office/officeart/2011/layout/HexagonRadial"/>
    <dgm:cxn modelId="{3DF0AAB2-7B42-4FB2-8E2E-C6C45A1D36D1}" srcId="{A0315C05-7A91-48FF-AAD6-F08AACDA4583}" destId="{257028B2-0C69-48EF-93FE-FF2D40F87B39}" srcOrd="5" destOrd="0" parTransId="{AB8C2EF2-7A5C-47CA-BD6A-FE0AD7E65414}" sibTransId="{F3351948-6AC3-4C60-BF64-EF17FB30D2E1}"/>
    <dgm:cxn modelId="{BA5D17C0-89CB-4217-ACA0-6B9DCA7758F6}" srcId="{A0315C05-7A91-48FF-AAD6-F08AACDA4583}" destId="{F9ADA2FE-C66C-435F-B14E-BFC4457B5374}" srcOrd="4" destOrd="0" parTransId="{6BBACD46-CCA7-4868-BC21-A0BC1CE4E83E}" sibTransId="{59F6468C-6F7E-4077-9C8A-1B0F9DCF8CD2}"/>
    <dgm:cxn modelId="{DA29E4C0-CCAF-47C9-BE83-F468F5CC6037}" type="presOf" srcId="{F9ADA2FE-C66C-435F-B14E-BFC4457B5374}" destId="{3E2CE08F-933D-46A8-9D0E-1C7EC0F70A28}" srcOrd="0" destOrd="0" presId="urn:microsoft.com/office/officeart/2011/layout/HexagonRadial"/>
    <dgm:cxn modelId="{69CA38F2-4745-4977-A82B-0032BC4DE13F}" srcId="{A0315C05-7A91-48FF-AAD6-F08AACDA4583}" destId="{1D6B430C-EF1C-487E-9BD8-EE1E044342DD}" srcOrd="3" destOrd="0" parTransId="{7EFFE976-985C-42CE-BE2A-194E0086768A}" sibTransId="{45D189DD-90FC-4582-BC61-9FB7245D48AC}"/>
    <dgm:cxn modelId="{BB4D77F5-DE21-4C49-A9D6-12B7C1178C76}" type="presOf" srcId="{16D93F07-1C7C-46C5-812A-9544939883A0}" destId="{1D2CE63A-1B47-42D1-8E52-5E01926B40F7}" srcOrd="0" destOrd="0" presId="urn:microsoft.com/office/officeart/2011/layout/HexagonRadial"/>
    <dgm:cxn modelId="{FF27FE81-8B32-4F54-BD7A-33AEE60F4281}" type="presParOf" srcId="{40AE8E80-78DD-4C3F-87F8-0F82DA7B125E}" destId="{A956D300-58E7-4F14-8529-AB709EA5602C}" srcOrd="0" destOrd="0" presId="urn:microsoft.com/office/officeart/2011/layout/HexagonRadial"/>
    <dgm:cxn modelId="{F47A17A2-7789-42F4-ADD6-E7478A0876BC}" type="presParOf" srcId="{40AE8E80-78DD-4C3F-87F8-0F82DA7B125E}" destId="{A0800A76-CF5E-401D-9A0E-A2F7CB9840F9}" srcOrd="1" destOrd="0" presId="urn:microsoft.com/office/officeart/2011/layout/HexagonRadial"/>
    <dgm:cxn modelId="{2BBC67AA-DCB3-45DE-BD29-63AC8B529EDC}" type="presParOf" srcId="{A0800A76-CF5E-401D-9A0E-A2F7CB9840F9}" destId="{3AD93DC6-5960-4C8C-874C-3D8FAE993E25}" srcOrd="0" destOrd="0" presId="urn:microsoft.com/office/officeart/2011/layout/HexagonRadial"/>
    <dgm:cxn modelId="{A48AC0B0-E620-4FF9-A830-6647E8A9DC92}" type="presParOf" srcId="{40AE8E80-78DD-4C3F-87F8-0F82DA7B125E}" destId="{9D071E10-66A6-43C4-821E-963E2ABD09B6}" srcOrd="2" destOrd="0" presId="urn:microsoft.com/office/officeart/2011/layout/HexagonRadial"/>
    <dgm:cxn modelId="{ECB08CB6-1D7C-4E05-8BEF-EDD679BA4993}" type="presParOf" srcId="{40AE8E80-78DD-4C3F-87F8-0F82DA7B125E}" destId="{7085E40F-D0EC-4B50-BCC2-0F32CEE586D7}" srcOrd="3" destOrd="0" presId="urn:microsoft.com/office/officeart/2011/layout/HexagonRadial"/>
    <dgm:cxn modelId="{8576BBC9-5ED6-495E-9709-A982D2E89D1E}" type="presParOf" srcId="{7085E40F-D0EC-4B50-BCC2-0F32CEE586D7}" destId="{1FE1EAA4-A399-48C1-A741-F5D4848DCB66}" srcOrd="0" destOrd="0" presId="urn:microsoft.com/office/officeart/2011/layout/HexagonRadial"/>
    <dgm:cxn modelId="{B1909215-4251-411A-88E2-FD98175863E5}" type="presParOf" srcId="{40AE8E80-78DD-4C3F-87F8-0F82DA7B125E}" destId="{1D2CE63A-1B47-42D1-8E52-5E01926B40F7}" srcOrd="4" destOrd="0" presId="urn:microsoft.com/office/officeart/2011/layout/HexagonRadial"/>
    <dgm:cxn modelId="{02170FD3-33E3-432F-BDDA-E6438E87BF8D}" type="presParOf" srcId="{40AE8E80-78DD-4C3F-87F8-0F82DA7B125E}" destId="{F105B8B2-2957-4EE4-A906-521D4F421218}" srcOrd="5" destOrd="0" presId="urn:microsoft.com/office/officeart/2011/layout/HexagonRadial"/>
    <dgm:cxn modelId="{669130D4-05E4-4420-816F-E8037B971A30}" type="presParOf" srcId="{F105B8B2-2957-4EE4-A906-521D4F421218}" destId="{842F770D-36A9-41CA-A6CE-57F12808AA9F}" srcOrd="0" destOrd="0" presId="urn:microsoft.com/office/officeart/2011/layout/HexagonRadial"/>
    <dgm:cxn modelId="{A29808E3-260A-4D36-8CC2-091669CDF208}" type="presParOf" srcId="{40AE8E80-78DD-4C3F-87F8-0F82DA7B125E}" destId="{780FB817-ED9C-40B7-AFED-AE77DA97B6BF}" srcOrd="6" destOrd="0" presId="urn:microsoft.com/office/officeart/2011/layout/HexagonRadial"/>
    <dgm:cxn modelId="{3728D102-0F53-4434-9550-B535E5245E46}" type="presParOf" srcId="{40AE8E80-78DD-4C3F-87F8-0F82DA7B125E}" destId="{75366B38-B3B2-4685-A083-6B4D46A1C44D}" srcOrd="7" destOrd="0" presId="urn:microsoft.com/office/officeart/2011/layout/HexagonRadial"/>
    <dgm:cxn modelId="{066FCB3A-4AD6-472A-AD30-9D1F7C752B24}" type="presParOf" srcId="{75366B38-B3B2-4685-A083-6B4D46A1C44D}" destId="{769CA14E-0011-4038-921B-10360D33DF33}" srcOrd="0" destOrd="0" presId="urn:microsoft.com/office/officeart/2011/layout/HexagonRadial"/>
    <dgm:cxn modelId="{4EAD8458-B82B-46DB-AD38-8332109D3837}" type="presParOf" srcId="{40AE8E80-78DD-4C3F-87F8-0F82DA7B125E}" destId="{A3EE165C-89BF-4790-B1C3-FF409EE96CFF}" srcOrd="8" destOrd="0" presId="urn:microsoft.com/office/officeart/2011/layout/HexagonRadial"/>
    <dgm:cxn modelId="{C47756CF-D096-4391-9DCF-C4D7E31E8D10}" type="presParOf" srcId="{40AE8E80-78DD-4C3F-87F8-0F82DA7B125E}" destId="{FDA25760-EC44-496E-B21A-02512279A5D2}" srcOrd="9" destOrd="0" presId="urn:microsoft.com/office/officeart/2011/layout/HexagonRadial"/>
    <dgm:cxn modelId="{1E09CA4B-221B-4349-BC03-428D81075543}" type="presParOf" srcId="{FDA25760-EC44-496E-B21A-02512279A5D2}" destId="{121EE7A7-486E-4FAD-B388-06354D9762C4}" srcOrd="0" destOrd="0" presId="urn:microsoft.com/office/officeart/2011/layout/HexagonRadial"/>
    <dgm:cxn modelId="{0D2B1336-6BC2-4BAE-8070-0A09E58ED74F}" type="presParOf" srcId="{40AE8E80-78DD-4C3F-87F8-0F82DA7B125E}" destId="{3E2CE08F-933D-46A8-9D0E-1C7EC0F70A28}" srcOrd="10" destOrd="0" presId="urn:microsoft.com/office/officeart/2011/layout/HexagonRadial"/>
    <dgm:cxn modelId="{F2A59C0B-98E6-4DA2-84BA-B0AD6903FF14}" type="presParOf" srcId="{40AE8E80-78DD-4C3F-87F8-0F82DA7B125E}" destId="{90D1259F-546A-4AEF-939C-6F9F08DA67FD}" srcOrd="11" destOrd="0" presId="urn:microsoft.com/office/officeart/2011/layout/HexagonRadial"/>
    <dgm:cxn modelId="{E3F87770-496A-4E06-B92E-682F0C444DB8}" type="presParOf" srcId="{90D1259F-546A-4AEF-939C-6F9F08DA67FD}" destId="{8D1893C3-DDB5-4138-9EC2-16004345F55F}" srcOrd="0" destOrd="0" presId="urn:microsoft.com/office/officeart/2011/layout/HexagonRadial"/>
    <dgm:cxn modelId="{381669F8-7935-4EEE-89CD-4007E01E121B}" type="presParOf" srcId="{40AE8E80-78DD-4C3F-87F8-0F82DA7B125E}" destId="{A392BFBC-EC5E-46B0-9C09-EF278602DE86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7BC525-FA47-4918-B094-75B5A0EF42F5}">
      <dsp:nvSpPr>
        <dsp:cNvPr id="0" name=""/>
        <dsp:cNvSpPr/>
      </dsp:nvSpPr>
      <dsp:spPr>
        <a:xfrm>
          <a:off x="2868559" y="0"/>
          <a:ext cx="3141411" cy="1554661"/>
        </a:xfrm>
        <a:prstGeom prst="trapezoid">
          <a:avLst>
            <a:gd name="adj" fmla="val 7444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 dirty="0"/>
        </a:p>
      </dsp:txBody>
      <dsp:txXfrm>
        <a:off x="2868559" y="0"/>
        <a:ext cx="3141411" cy="1554661"/>
      </dsp:txXfrm>
    </dsp:sp>
    <dsp:sp modelId="{E19652B2-A6BA-4D9D-8A17-1ECFC3A0B2E6}">
      <dsp:nvSpPr>
        <dsp:cNvPr id="0" name=""/>
        <dsp:cNvSpPr/>
      </dsp:nvSpPr>
      <dsp:spPr>
        <a:xfrm>
          <a:off x="1344443" y="1554661"/>
          <a:ext cx="6140480" cy="2187938"/>
        </a:xfrm>
        <a:prstGeom prst="trapezoid">
          <a:avLst>
            <a:gd name="adj" fmla="val 7444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AI</a:t>
          </a:r>
          <a:endParaRPr lang="en-IN" sz="800" kern="1200" dirty="0"/>
        </a:p>
      </dsp:txBody>
      <dsp:txXfrm>
        <a:off x="2419027" y="1554661"/>
        <a:ext cx="3991312" cy="2187938"/>
      </dsp:txXfrm>
    </dsp:sp>
    <dsp:sp modelId="{2662D5BF-6F19-4FE5-A75F-43A4B7A79E4C}">
      <dsp:nvSpPr>
        <dsp:cNvPr id="0" name=""/>
        <dsp:cNvSpPr/>
      </dsp:nvSpPr>
      <dsp:spPr>
        <a:xfrm>
          <a:off x="0" y="3742162"/>
          <a:ext cx="8829368" cy="2187938"/>
        </a:xfrm>
        <a:prstGeom prst="trapezoid">
          <a:avLst>
            <a:gd name="adj" fmla="val 7444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</a:t>
          </a:r>
          <a:endParaRPr lang="en-IN" sz="800" kern="1200" dirty="0"/>
        </a:p>
      </dsp:txBody>
      <dsp:txXfrm>
        <a:off x="1545139" y="3742162"/>
        <a:ext cx="5739089" cy="2187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612F4-18C6-4F11-91EA-E3F42E523B62}">
      <dsp:nvSpPr>
        <dsp:cNvPr id="0" name=""/>
        <dsp:cNvSpPr/>
      </dsp:nvSpPr>
      <dsp:spPr>
        <a:xfrm>
          <a:off x="545776" y="62227"/>
          <a:ext cx="3173" cy="2986917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24E8BF-D899-4DBC-86E9-081426A41359}">
      <dsp:nvSpPr>
        <dsp:cNvPr id="0" name=""/>
        <dsp:cNvSpPr/>
      </dsp:nvSpPr>
      <dsp:spPr>
        <a:xfrm>
          <a:off x="68781" y="62956"/>
          <a:ext cx="357444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 dirty="0"/>
            <a:t> -  </a:t>
          </a:r>
          <a:endParaRPr lang="en-IN" sz="2800" kern="1200" dirty="0"/>
        </a:p>
      </dsp:txBody>
      <dsp:txXfrm>
        <a:off x="68781" y="62956"/>
        <a:ext cx="357444" cy="670889"/>
      </dsp:txXfrm>
    </dsp:sp>
    <dsp:sp modelId="{256490EA-B0E6-4229-89C8-4C63D369C881}">
      <dsp:nvSpPr>
        <dsp:cNvPr id="0" name=""/>
        <dsp:cNvSpPr/>
      </dsp:nvSpPr>
      <dsp:spPr>
        <a:xfrm>
          <a:off x="500401" y="351439"/>
          <a:ext cx="93924" cy="9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5F709-8E47-4612-BAE6-9524E9409FA0}">
      <dsp:nvSpPr>
        <dsp:cNvPr id="0" name=""/>
        <dsp:cNvSpPr/>
      </dsp:nvSpPr>
      <dsp:spPr>
        <a:xfrm>
          <a:off x="601306" y="180795"/>
          <a:ext cx="985254" cy="43521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6350" rIns="1270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Minimum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Train Disruption</a:t>
          </a:r>
        </a:p>
      </dsp:txBody>
      <dsp:txXfrm>
        <a:off x="601306" y="180795"/>
        <a:ext cx="985254" cy="435212"/>
      </dsp:txXfrm>
    </dsp:sp>
    <dsp:sp modelId="{7FDAF6FD-03FA-4897-98B7-2E7A43806D71}">
      <dsp:nvSpPr>
        <dsp:cNvPr id="0" name=""/>
        <dsp:cNvSpPr/>
      </dsp:nvSpPr>
      <dsp:spPr>
        <a:xfrm>
          <a:off x="0" y="834479"/>
          <a:ext cx="495007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 dirty="0"/>
            <a:t>-</a:t>
          </a:r>
          <a:endParaRPr lang="en-IN" sz="2800" kern="1200" dirty="0"/>
        </a:p>
      </dsp:txBody>
      <dsp:txXfrm>
        <a:off x="0" y="834479"/>
        <a:ext cx="495007" cy="670889"/>
      </dsp:txXfrm>
    </dsp:sp>
    <dsp:sp modelId="{9B387EF5-2F25-43DB-9409-00D01D702DD4}">
      <dsp:nvSpPr>
        <dsp:cNvPr id="0" name=""/>
        <dsp:cNvSpPr/>
      </dsp:nvSpPr>
      <dsp:spPr>
        <a:xfrm>
          <a:off x="500401" y="1122962"/>
          <a:ext cx="93924" cy="9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D5D69F-EF83-4542-B809-0BF6D7E4D023}">
      <dsp:nvSpPr>
        <dsp:cNvPr id="0" name=""/>
        <dsp:cNvSpPr/>
      </dsp:nvSpPr>
      <dsp:spPr>
        <a:xfrm>
          <a:off x="601306" y="834479"/>
          <a:ext cx="985254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6350" rIns="1270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Better Track Utilization</a:t>
          </a:r>
          <a:endParaRPr lang="en-IN" sz="1000" b="1" kern="1200" dirty="0"/>
        </a:p>
      </dsp:txBody>
      <dsp:txXfrm>
        <a:off x="601306" y="834479"/>
        <a:ext cx="985254" cy="670889"/>
      </dsp:txXfrm>
    </dsp:sp>
    <dsp:sp modelId="{DF9AC7B7-1137-4837-9502-20AB7E3D8780}">
      <dsp:nvSpPr>
        <dsp:cNvPr id="0" name=""/>
        <dsp:cNvSpPr/>
      </dsp:nvSpPr>
      <dsp:spPr>
        <a:xfrm>
          <a:off x="0" y="1606002"/>
          <a:ext cx="495007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 dirty="0"/>
            <a:t>-</a:t>
          </a:r>
          <a:endParaRPr lang="en-IN" sz="2800" kern="1200" dirty="0"/>
        </a:p>
      </dsp:txBody>
      <dsp:txXfrm>
        <a:off x="0" y="1606002"/>
        <a:ext cx="495007" cy="670889"/>
      </dsp:txXfrm>
    </dsp:sp>
    <dsp:sp modelId="{9F8AECC8-86A6-44C7-A1C9-890F234DBE14}">
      <dsp:nvSpPr>
        <dsp:cNvPr id="0" name=""/>
        <dsp:cNvSpPr/>
      </dsp:nvSpPr>
      <dsp:spPr>
        <a:xfrm>
          <a:off x="500401" y="1894485"/>
          <a:ext cx="93924" cy="9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2B483-C0AE-4F60-9742-37C640F6F557}">
      <dsp:nvSpPr>
        <dsp:cNvPr id="0" name=""/>
        <dsp:cNvSpPr/>
      </dsp:nvSpPr>
      <dsp:spPr>
        <a:xfrm>
          <a:off x="601306" y="1606002"/>
          <a:ext cx="985254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6350" rIns="1270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Improved Punctuality</a:t>
          </a:r>
          <a:endParaRPr lang="en-IN" sz="1000" b="1" kern="1200" dirty="0"/>
        </a:p>
      </dsp:txBody>
      <dsp:txXfrm>
        <a:off x="601306" y="1606002"/>
        <a:ext cx="985254" cy="670889"/>
      </dsp:txXfrm>
    </dsp:sp>
    <dsp:sp modelId="{9B289BB7-7798-4798-BDB0-7EFC3D3DCDCD}">
      <dsp:nvSpPr>
        <dsp:cNvPr id="0" name=""/>
        <dsp:cNvSpPr/>
      </dsp:nvSpPr>
      <dsp:spPr>
        <a:xfrm>
          <a:off x="0" y="2377525"/>
          <a:ext cx="495007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17780" rIns="106680" bIns="177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>
              <a:solidFill>
                <a:schemeClr val="accent1"/>
              </a:solidFill>
            </a:defRPr>
          </a:pPr>
          <a:r>
            <a:rPr lang="en-US" sz="2800" kern="1200" dirty="0"/>
            <a:t>-</a:t>
          </a:r>
          <a:endParaRPr lang="en-IN" sz="2800" kern="1200" dirty="0"/>
        </a:p>
      </dsp:txBody>
      <dsp:txXfrm>
        <a:off x="0" y="2377525"/>
        <a:ext cx="495007" cy="670889"/>
      </dsp:txXfrm>
    </dsp:sp>
    <dsp:sp modelId="{C35BBDA7-8835-4720-9A6D-272C1B3B599E}">
      <dsp:nvSpPr>
        <dsp:cNvPr id="0" name=""/>
        <dsp:cNvSpPr/>
      </dsp:nvSpPr>
      <dsp:spPr>
        <a:xfrm>
          <a:off x="500401" y="2666008"/>
          <a:ext cx="93924" cy="939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54765-6A48-4A1A-9C6B-03B79094E6DE}">
      <dsp:nvSpPr>
        <dsp:cNvPr id="0" name=""/>
        <dsp:cNvSpPr/>
      </dsp:nvSpPr>
      <dsp:spPr>
        <a:xfrm>
          <a:off x="601306" y="2377525"/>
          <a:ext cx="985254" cy="6708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6350" rIns="12700" bIns="63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Cost &amp; Time Efficiency</a:t>
          </a:r>
          <a:endParaRPr lang="en-IN" sz="1000" b="1" kern="1200" dirty="0"/>
        </a:p>
      </dsp:txBody>
      <dsp:txXfrm>
        <a:off x="601306" y="2377525"/>
        <a:ext cx="985254" cy="6708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56D300-58E7-4F14-8529-AB709EA5602C}">
      <dsp:nvSpPr>
        <dsp:cNvPr id="0" name=""/>
        <dsp:cNvSpPr/>
      </dsp:nvSpPr>
      <dsp:spPr>
        <a:xfrm>
          <a:off x="2315538" y="1888437"/>
          <a:ext cx="2357134" cy="2039017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accent1">
                  <a:lumMod val="50000"/>
                </a:schemeClr>
              </a:solidFill>
              <a:latin typeface="Berlin Sans FB" panose="020E0602020502020306" pitchFamily="34" charset="0"/>
            </a:rPr>
            <a:t>KAVACH     BIE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>
              <a:solidFill>
                <a:schemeClr val="accent1"/>
              </a:solidFill>
            </a:rPr>
            <a:t>AI Optimization Engine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Finds the optimal block window with minimum disruption</a:t>
          </a:r>
        </a:p>
      </dsp:txBody>
      <dsp:txXfrm>
        <a:off x="2706148" y="2226331"/>
        <a:ext cx="1575914" cy="1363229"/>
      </dsp:txXfrm>
    </dsp:sp>
    <dsp:sp modelId="{1FE1EAA4-A399-48C1-A741-F5D4848DCB66}">
      <dsp:nvSpPr>
        <dsp:cNvPr id="0" name=""/>
        <dsp:cNvSpPr/>
      </dsp:nvSpPr>
      <dsp:spPr>
        <a:xfrm>
          <a:off x="3757614" y="878956"/>
          <a:ext cx="889340" cy="7662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071E10-66A6-43C4-821E-963E2ABD09B6}">
      <dsp:nvSpPr>
        <dsp:cNvPr id="0" name=""/>
        <dsp:cNvSpPr/>
      </dsp:nvSpPr>
      <dsp:spPr>
        <a:xfrm>
          <a:off x="2498721" y="0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b="1" u="sng" kern="1200" dirty="0">
              <a:solidFill>
                <a:schemeClr val="accent1"/>
              </a:solidFill>
            </a:rPr>
            <a:t>1.TRAIN DATA INPUT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/>
            <a:t>-&gt;Train Schedules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/>
            <a:t>-&gt;Historical Delays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/>
            <a:t>-&gt;Traffic Density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b="1" kern="1200" dirty="0"/>
            <a:t>-&gt;Route information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800" kern="1200" dirty="0"/>
        </a:p>
      </dsp:txBody>
      <dsp:txXfrm>
        <a:off x="2818837" y="276938"/>
        <a:ext cx="1291423" cy="1117232"/>
      </dsp:txXfrm>
    </dsp:sp>
    <dsp:sp modelId="{842F770D-36A9-41CA-A6CE-57F12808AA9F}">
      <dsp:nvSpPr>
        <dsp:cNvPr id="0" name=""/>
        <dsp:cNvSpPr/>
      </dsp:nvSpPr>
      <dsp:spPr>
        <a:xfrm>
          <a:off x="4795543" y="2311499"/>
          <a:ext cx="889340" cy="7662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CE63A-1B47-42D1-8E52-5E01926B40F7}">
      <dsp:nvSpPr>
        <dsp:cNvPr id="0" name=""/>
        <dsp:cNvSpPr/>
      </dsp:nvSpPr>
      <dsp:spPr>
        <a:xfrm>
          <a:off x="4270273" y="1027843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>
              <a:solidFill>
                <a:schemeClr val="accent1"/>
              </a:solidFill>
            </a:rPr>
            <a:t>2.MAINTENANCE NEEDS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-&gt;Track maintenance request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-&gt;Block duration-&gt;Priority of maintenance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b="1" kern="1200" dirty="0"/>
            <a:t>-&gt;Resource availability</a:t>
          </a:r>
        </a:p>
      </dsp:txBody>
      <dsp:txXfrm>
        <a:off x="4590389" y="1304781"/>
        <a:ext cx="1291423" cy="1117232"/>
      </dsp:txXfrm>
    </dsp:sp>
    <dsp:sp modelId="{769CA14E-0011-4038-921B-10360D33DF33}">
      <dsp:nvSpPr>
        <dsp:cNvPr id="0" name=""/>
        <dsp:cNvSpPr/>
      </dsp:nvSpPr>
      <dsp:spPr>
        <a:xfrm>
          <a:off x="4074531" y="3928571"/>
          <a:ext cx="889340" cy="7662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0FB817-ED9C-40B7-AFED-AE77DA97B6BF}">
      <dsp:nvSpPr>
        <dsp:cNvPr id="0" name=""/>
        <dsp:cNvSpPr/>
      </dsp:nvSpPr>
      <dsp:spPr>
        <a:xfrm>
          <a:off x="4270273" y="3048465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u="sng" kern="1200" dirty="0">
              <a:solidFill>
                <a:schemeClr val="accent1"/>
              </a:solidFill>
            </a:rPr>
            <a:t>3.AI ANALYSIS &amp; OPTIMIZATION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u="none" kern="1200" dirty="0">
              <a:solidFill>
                <a:schemeClr val="tx1"/>
              </a:solidFill>
            </a:rPr>
            <a:t>-&gt;Analyzes train movement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u="none" kern="1200" dirty="0">
              <a:solidFill>
                <a:schemeClr val="tx1"/>
              </a:solidFill>
            </a:rPr>
            <a:t>-&gt;Checks constraints &amp; rules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u="none" kern="1200" dirty="0">
              <a:solidFill>
                <a:schemeClr val="tx1"/>
              </a:solidFill>
            </a:rPr>
            <a:t>-&gt;Predicts delays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u="none" kern="1200" dirty="0">
              <a:solidFill>
                <a:schemeClr val="tx1"/>
              </a:solidFill>
            </a:rPr>
            <a:t>-&gt;Runs Optimization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u="none" kern="1200" dirty="0">
              <a:solidFill>
                <a:schemeClr val="tx1"/>
              </a:solidFill>
            </a:rPr>
            <a:t>algorithm</a:t>
          </a:r>
        </a:p>
      </dsp:txBody>
      <dsp:txXfrm>
        <a:off x="4590389" y="3325403"/>
        <a:ext cx="1291423" cy="1117232"/>
      </dsp:txXfrm>
    </dsp:sp>
    <dsp:sp modelId="{121EE7A7-486E-4FAD-B388-06354D9762C4}">
      <dsp:nvSpPr>
        <dsp:cNvPr id="0" name=""/>
        <dsp:cNvSpPr/>
      </dsp:nvSpPr>
      <dsp:spPr>
        <a:xfrm>
          <a:off x="2285981" y="4096429"/>
          <a:ext cx="889340" cy="7662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EE165C-89BF-4790-B1C3-FF409EE96CFF}">
      <dsp:nvSpPr>
        <dsp:cNvPr id="0" name=""/>
        <dsp:cNvSpPr/>
      </dsp:nvSpPr>
      <dsp:spPr>
        <a:xfrm>
          <a:off x="2498721" y="4077459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>
              <a:solidFill>
                <a:schemeClr val="accent1"/>
              </a:solidFill>
            </a:rPr>
            <a:t>4.Conflict check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-&gt;Detects schedule conflicts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-&gt;Validate safety constraints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-&gt;Ensures operational feasibility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-&gt;Checks regulatory rules</a:t>
          </a:r>
        </a:p>
      </dsp:txBody>
      <dsp:txXfrm>
        <a:off x="2818837" y="4354397"/>
        <a:ext cx="1291423" cy="1117232"/>
      </dsp:txXfrm>
    </dsp:sp>
    <dsp:sp modelId="{8D1893C3-DDB5-4138-9EC2-16004345F55F}">
      <dsp:nvSpPr>
        <dsp:cNvPr id="0" name=""/>
        <dsp:cNvSpPr/>
      </dsp:nvSpPr>
      <dsp:spPr>
        <a:xfrm>
          <a:off x="1231055" y="2664461"/>
          <a:ext cx="889340" cy="766284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2CE08F-933D-46A8-9D0E-1C7EC0F70A28}">
      <dsp:nvSpPr>
        <dsp:cNvPr id="0" name=""/>
        <dsp:cNvSpPr/>
      </dsp:nvSpPr>
      <dsp:spPr>
        <a:xfrm>
          <a:off x="718944" y="3049615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>
              <a:solidFill>
                <a:schemeClr val="accent1"/>
              </a:solidFill>
            </a:rPr>
            <a:t>5.Optimal Block Window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-&gt;Best time for block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-&gt;Minimum train disruption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-&gt;Maximum track utilization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-&gt;Balanced Operations</a:t>
          </a:r>
        </a:p>
      </dsp:txBody>
      <dsp:txXfrm>
        <a:off x="1039060" y="3326553"/>
        <a:ext cx="1291423" cy="1117232"/>
      </dsp:txXfrm>
    </dsp:sp>
    <dsp:sp modelId="{A392BFBC-EC5E-46B0-9C09-EF278602DE86}">
      <dsp:nvSpPr>
        <dsp:cNvPr id="0" name=""/>
        <dsp:cNvSpPr/>
      </dsp:nvSpPr>
      <dsp:spPr>
        <a:xfrm>
          <a:off x="718944" y="1025544"/>
          <a:ext cx="1931655" cy="1671108"/>
        </a:xfrm>
        <a:prstGeom prst="hexagon">
          <a:avLst>
            <a:gd name="adj" fmla="val 2857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u="sng" kern="1200" dirty="0">
              <a:solidFill>
                <a:schemeClr val="accent1"/>
              </a:solidFill>
            </a:rPr>
            <a:t>6.Monitor &amp; Adapt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-&gt;Real time monitoring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-&gt;Track block Execution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-&gt;Feedback &amp; learning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-&gt;Continuous improvement</a:t>
          </a:r>
        </a:p>
      </dsp:txBody>
      <dsp:txXfrm>
        <a:off x="1039060" y="1302482"/>
        <a:ext cx="1291423" cy="1117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6/layout/SmallDotsVertical">
  <dgm:title val=""/>
  <dgm:desc val=""/>
  <dgm:catLst>
    <dgm:cat type="timeline" pri="108"/>
  </dgm:catLst>
  <dgm:sampData>
    <dgm:dataModel>
      <dgm:ptLst>
        <dgm:pt modelId="0" type="doc"/>
        <dgm:pt modelId="100">
          <dgm:prSet phldrT="Title" phldr="1"/>
        </dgm:pt>
        <dgm:pt modelId="101">
          <dgm:prSet phldrT="Description" phldr="1"/>
        </dgm:pt>
        <dgm:pt modelId="200">
          <dgm:prSet phldrT="Title" phldr="1"/>
        </dgm:pt>
        <dgm:pt modelId="201">
          <dgm:prSet phldrT="Description" phldr="1"/>
        </dgm:pt>
        <dgm:pt modelId="300">
          <dgm:prSet phldrT="Title" phldr="1"/>
        </dgm:pt>
        <dgm:pt modelId="301">
          <dgm:prSet phldrT="Description" phldr="1"/>
        </dgm:pt>
        <dgm:pt modelId="400">
          <dgm:prSet phldrT="Title" phldr="1"/>
        </dgm:pt>
        <dgm:pt modelId="401">
          <dgm:prSet phldrT="Description" phldr="1"/>
        </dgm:pt>
      </dgm:ptLst>
      <dgm:cxnLst>
        <dgm:cxn modelId="1000" srcId="0" destId="100" srcOrd="0" destOrd="0"/>
        <dgm:cxn modelId="1001" srcId="100" destId="101" srcOrd="0" destOrd="0"/>
        <dgm:cxn modelId="2000" srcId="0" destId="200" srcOrd="1" destOrd="0"/>
        <dgm:cxn modelId="2001" srcId="200" destId="201" srcOrd="0" destOrd="0"/>
        <dgm:cxn modelId="3000" srcId="0" destId="300" srcOrd="2" destOrd="0"/>
        <dgm:cxn modelId="3001" srcId="300" destId="301" srcOrd="0" destOrd="0"/>
        <dgm:cxn modelId="4000" srcId="0" destId="400" srcOrd="3" destOrd="0"/>
        <dgm:cxn modelId="4001" srcId="400" destId="4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connLine" refType="w" fact="0.345"/>
      <dgm:constr type="w" for="ch" forName="connLine" refType="w" fact="0.002"/>
      <dgm:constr type="t" for="ch" forName="connLine" refType="h" fact="0.02"/>
      <dgm:constr type="h" for="ch" forName="connLine" refType="h" fact="0.96"/>
      <dgm:constr type="l" for="ch" forName="itemsFlow"/>
      <dgm:constr type="w" for="ch" forName="itemsFlow" refType="w"/>
      <dgm:constr type="t" for="ch" forName="itemsFlow" refType="h" fact="0.02"/>
      <dgm:constr type="h" for="ch" forName="itemsFlow" refType="h" fact="0.96"/>
    </dgm:constrLst>
    <dgm:ruleLst/>
    <dgm:layoutNode name="connLine" styleLbl="dkBgShp">
      <dgm:alg type="sp"/>
      <dgm:shape xmlns:r="http://schemas.openxmlformats.org/officeDocument/2006/relationships" type="rect" r:blip="">
        <dgm:adjLst/>
        <dgm:extLst>
          <a:ext uri="{B698B0E9-8C71-41B9-8309-B3DCBF30829C}">
            <dgm1612:spPr xmlns:dgm1612="http://schemas.microsoft.com/office/drawing/2016/12/diagram">
              <a:gradFill rotWithShape="0">
                <a:gsLst>
                  <a:gs pos="0">
                    <a:schemeClr val="accent1">
                      <a:tint val="76000"/>
                    </a:schemeClr>
                  </a:gs>
                  <a:gs pos="100000">
                    <a:schemeClr val="accent1">
                      <a:tint val="76000"/>
                    </a:schemeClr>
                  </a:gs>
                </a:gsLst>
                <a:lin ang="0" scaled="0"/>
              </a:gradFill>
            </dgm1612:spPr>
          </a:ext>
        </dgm:extLst>
      </dgm:shape>
      <dgm:presOf/>
      <dgm:constrLst/>
      <dgm:ruleLst/>
    </dgm:layoutNode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spacer" refType="h" refFor="ch" refForName="item" fact="0.15"/>
        <dgm:constr type="primFontSz" for="des" forName="titleText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l" for="ch" forName="titleText"/>
            <dgm:constr type="ctrY" for="ch" forName="titleText" refType="h" fact="0.5"/>
            <dgm:constr type="w" for="ch" forName="titleText" refType="w" fact="0.312"/>
            <dgm:constr type="h" for="ch" forName="titleText" refType="h"/>
            <dgm:constr type="ctrX" for="ch" forName="dot" refType="w" fact="0.345"/>
            <dgm:constr type="ctrY" for="ch" forName="dot" refType="h" fact="0.5"/>
            <dgm:constr type="w" for="ch" forName="dot" refType="h" fact="0.14"/>
            <dgm:constr type="h" for="ch" forName="dot" refType="h" fact="0.14"/>
            <dgm:constr type="l" for="ch" forName="descText" refType="w" fact="0.379"/>
            <dgm:constr type="ctrY" for="ch" forName="descText" refType="h" fact="0.5"/>
            <dgm:constr type="w" for="ch" forName="descText" refType="w" fact="0.621"/>
            <dgm:constr type="h" for="ch" forName="descText" refType="h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itle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r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presOf axis="self" ptType="node"/>
            <dgm:constrLst>
              <dgm:constr type="primFontSz" val="28"/>
              <dgm:constr type="lMarg" refType="primFontSz" fact="0.1"/>
              <dgm:constr type="rMarg" refType="primFontSz" fact="0.3"/>
              <dgm:constr type="tMarg" refType="primFontSz" fact="0.05"/>
              <dgm:constr type="bMarg" refType="primFontSz" fact="0.05"/>
            </dgm:constrLst>
            <dgm:ruleLst>
              <dgm:rule type="primFontSz" val="8" fact="NaN" max="NaN"/>
            </dgm:ruleLst>
          </dgm:layoutNode>
          <dgm:layoutNode name="dot" styleLbl="node1NoLn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descText" styleLbl="revTx">
            <dgm:varLst>
              <dgm:chMax val="0"/>
              <dgm:chPref val="0"/>
            </dgm:varLst>
            <dgm:alg type="tx">
              <dgm:param type="txAnchorVert" val="mid"/>
              <dgm:param type="parTxLTRAlign" val="l"/>
              <dgm:param type="parTxRTLAlign" val="r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secFontSz" val="18"/>
              <dgm:constr type="primFontSz" refType="secFontSz"/>
              <dgm:constr type="lMarg" refType="primFontSz" fact="0.3"/>
              <dgm:constr type="rMarg" refType="primFontSz" fact="0.1"/>
              <dgm:constr type="tMarg" refType="primFontSz" fact="0.05"/>
              <dgm:constr type="bMarg" refType="primFontSz" fact="0.05"/>
            </dgm:constrLst>
            <dgm:ruleLst>
              <dgm:rule type="primFontSz" val="7" fact="NaN" max="NaN"/>
            </dgm:ruleLst>
          </dgm:layoutNode>
        </dgm:layoutNode>
        <dgm:forEach name="sibTransForEach" axis="followSib" ptType="sibTrans" cnt="1">
          <dgm:layoutNode name="spac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defRPr b="1">
            <a:solidFill>
              <a:schemeClr val="accent1"/>
            </a:solidFill>
          </a:defRPr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6D7B-37B2-65BE-1B47-25E2B901A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E89E3-5100-C0FA-9ED7-794CB2589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0ECE-482F-BC2D-1900-D86FD744F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06F30-9AEF-2A94-9EEB-DDDEC4C81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ED2CB-A7EC-6A92-711D-C12505C41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69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D636-4A0C-18ED-0118-166D9CB9D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3BF52-7FD6-9A8D-8FAE-8CBA1FC5B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9A310-B159-AB39-4859-65B1E22F7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B894D-DA8B-8935-A3D9-4C6E9B7D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163CD-B105-2381-0858-C6EC7BF6A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678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2C28A-9708-837F-EB83-6EFABC6E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1BA5F-F216-20FF-3769-0A2727643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ECB53-1A81-85F0-0D17-E652AF67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CDE9F-AE49-A88A-6EB6-E4383CFE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61A44-35A5-C5BD-032F-13C764514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73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0CC0F-EC42-16B8-9CAB-646BD916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624F1-D22C-0721-017F-11CE9B980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B88B6-DEB6-6C2A-E36E-FE5030E8A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87AAF-2A05-A0C3-4B9C-FD048E3F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86A88-F6CD-A355-99F0-2233B1CA9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A3CAB-CE50-EEC4-A56E-0A82B51D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52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5A527-0F6A-24EF-8101-05821343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7C978-9472-0E85-93A3-88FFAB428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0E8ED-8D37-CB0D-099E-4F8AE9CB4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B79C5-1720-8DD4-6A60-DC00F7BB8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F1362-2540-8CB4-1E33-E70CFCF86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32D41-F87E-F507-20E2-01A2CED6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683891-7A99-AE1D-881F-0E3F2DAC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A19E5D-C5ED-F489-BFD7-04C4B860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344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5B4AE-474E-C7A5-91BE-F92C3759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69A5-65EE-C465-460D-8F0069D8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24231-7385-FB9E-9C07-578F657E0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4FEBC-3EB7-5C55-830B-0E9B00D7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0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5F2392-008C-A035-1539-D81A7176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9E67E7-5443-F333-9370-F6BCDF550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2AA81-A4E5-E3D4-C3C5-3698C98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6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FBE6-4AAB-83D3-DB5D-FF292FB3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D3ED-8D17-F131-3FAB-FBA6BF4EB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17E12-4CEE-0322-3050-B1FEABBE0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F3ECC-919B-A583-CAB9-A45A0BE5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5EBC59-0C47-0585-DB9B-DC553E2C5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22577-C7B4-8FB9-DF9B-AF81E574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11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9263A-EC92-2458-3DEF-7E72E61BB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91FCB4-4220-D939-46E2-1A27701C41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33B04-EFCF-9B9E-1F86-84FE32C44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BA0BF-699B-CD97-9DF2-9DE5EB275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5CB09-34FB-12B1-281A-8CF069231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A0950-A059-2BB8-D90F-EB1D2F57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350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138A-4970-A6C7-14A1-18F72923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B02DA-E873-0A3D-EDEE-431D6683E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FF4CD-2223-D945-00CD-24AFC337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46F20-16D6-805B-3CA0-3AAB50343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DDFA4-C226-9CA0-83ED-9F92C5B2A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908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F8A5AD-BD12-0F25-8CA2-488741609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779E6-D8B6-624E-5072-0E50441A8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85188-A902-F55D-B699-549138B6B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D5DC-06E2-A604-AAB0-679FBAD3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0AFB8-43E3-5EBF-037F-B3A5FE10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508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AC9B1A-697D-6F57-230E-1F240486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90EA1-57BF-C3AB-3AD6-D952F7016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8D8B-8309-C233-9CED-652596B45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748FA-1B6F-41C9-BD7E-E7680AE48E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833F3-A2E0-DFEE-F74D-0D394D3D9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7499E-C996-7E20-1B57-D77B62D86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4389DD-774D-4E0D-B55A-A98662583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2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diagramColors" Target="../diagrams/colors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diagramQuickStyle" Target="../diagrams/quickStyl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diagramLayout" Target="../diagrams/layout2.xml"/><Relationship Id="rId5" Type="http://schemas.openxmlformats.org/officeDocument/2006/relationships/diagramQuickStyle" Target="../diagrams/quickStyle1.xml"/><Relationship Id="rId10" Type="http://schemas.openxmlformats.org/officeDocument/2006/relationships/diagramData" Target="../diagrams/data2.xml"/><Relationship Id="rId4" Type="http://schemas.openxmlformats.org/officeDocument/2006/relationships/diagramLayout" Target="../diagrams/layout1.xml"/><Relationship Id="rId9" Type="http://schemas.microsoft.com/office/2007/relationships/hdphoto" Target="../media/hdphoto1.wdp"/><Relationship Id="rId14" Type="http://schemas.microsoft.com/office/2007/relationships/diagramDrawing" Target="../diagrams/drawin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s://www.sciencedirect.com/science/article/abs/pii/S2210970617300860" TargetMode="External"/><Relationship Id="rId7" Type="http://schemas.openxmlformats.org/officeDocument/2006/relationships/hyperlink" Target="https://sajie.journals.ac.za/pub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esearch.tue.nl/" TargetMode="External"/><Relationship Id="rId5" Type="http://schemas.openxmlformats.org/officeDocument/2006/relationships/hyperlink" Target="https://irfca.org/faq/faq-ops2.html" TargetMode="External"/><Relationship Id="rId4" Type="http://schemas.openxmlformats.org/officeDocument/2006/relationships/hyperlink" Target="https://www.scielo.org.za/scielo.php?pid=S2224-78902023000200002&amp;script=sci_arttext&amp;utm_source" TargetMode="External"/><Relationship Id="rId9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0196AD-F10B-8417-4DEC-3317F2228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035" y="214534"/>
            <a:ext cx="1386960" cy="685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211FA5-810A-96FE-068D-F319A3A8E316}"/>
              </a:ext>
            </a:extLst>
          </p:cNvPr>
          <p:cNvSpPr txBox="1"/>
          <p:nvPr/>
        </p:nvSpPr>
        <p:spPr>
          <a:xfrm>
            <a:off x="1821872" y="0"/>
            <a:ext cx="8548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Aptos Narrow" panose="020B0004020202020204" pitchFamily="34" charset="0"/>
              </a:rPr>
              <a:t>SMART  INDIA HACKATHON 2026</a:t>
            </a:r>
            <a:endParaRPr lang="en-IN" sz="4800" b="1" dirty="0">
              <a:latin typeface="Aptos Narrow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2BF201-97FD-5001-64A2-82A24787E202}"/>
              </a:ext>
            </a:extLst>
          </p:cNvPr>
          <p:cNvSpPr txBox="1"/>
          <p:nvPr/>
        </p:nvSpPr>
        <p:spPr>
          <a:xfrm>
            <a:off x="249382" y="1745673"/>
            <a:ext cx="84374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Narrow" panose="020B0004020202020204" pitchFamily="34" charset="0"/>
              </a:rPr>
              <a:t>Problem Statement ID –</a:t>
            </a:r>
            <a:r>
              <a:rPr lang="en-US" sz="2800" b="1" dirty="0">
                <a:latin typeface="Aptos Narrow" panose="020B0004020202020204" pitchFamily="34" charset="0"/>
              </a:rPr>
              <a:t> </a:t>
            </a:r>
            <a:r>
              <a:rPr lang="en-US" sz="2400" dirty="0">
                <a:latin typeface="+mj-lt"/>
              </a:rPr>
              <a:t>SIH26027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ptos Narrow" panose="020B0004020202020204" pitchFamily="34" charset="0"/>
              </a:rPr>
              <a:t>Problem Statement Title –   </a:t>
            </a:r>
            <a:r>
              <a:rPr lang="en-US" sz="2600" dirty="0">
                <a:latin typeface="+mj-lt"/>
                <a:ea typeface="Yu Gothic Medium" panose="020B0500000000000000" pitchFamily="34" charset="-128"/>
              </a:rPr>
              <a:t>AI-POWERED AUTOMATIC BLOCK PLANNING TO MAXIMIZE ASSET AVAILABILITY FOR TRAIN OPERATIONS ON INDIAN RAILWAYS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ptos Narrow" panose="020B0004020202020204" pitchFamily="34" charset="0"/>
                <a:ea typeface="Yu Gothic Medium" panose="020B0500000000000000" pitchFamily="34" charset="-128"/>
              </a:rPr>
              <a:t>Theme</a:t>
            </a:r>
            <a:r>
              <a:rPr lang="en-US" sz="2600" b="1" dirty="0">
                <a:latin typeface="Baskerville Old Face" panose="02020602080505020303" pitchFamily="18" charset="0"/>
                <a:ea typeface="Yu Gothic Medium" panose="020B0500000000000000" pitchFamily="34" charset="-128"/>
              </a:rPr>
              <a:t> –</a:t>
            </a:r>
            <a:r>
              <a:rPr lang="en-US" sz="2600" b="1" dirty="0">
                <a:latin typeface="Sitka Subheading Semibold" pitchFamily="2" charset="0"/>
                <a:ea typeface="Yu Gothic Medium" panose="020B0500000000000000" pitchFamily="34" charset="-128"/>
              </a:rPr>
              <a:t> </a:t>
            </a:r>
            <a:r>
              <a:rPr lang="en-US" sz="2600" dirty="0">
                <a:latin typeface="+mj-lt"/>
                <a:ea typeface="Yu Gothic Medium" panose="020B0500000000000000" pitchFamily="34" charset="-128"/>
              </a:rPr>
              <a:t>TRANSPORTATION &amp; LOGISTICS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ptos Narrow" panose="020B0004020202020204" pitchFamily="34" charset="0"/>
                <a:ea typeface="Yu Gothic Medium" panose="020B0500000000000000" pitchFamily="34" charset="-128"/>
              </a:rPr>
              <a:t>PS Category – </a:t>
            </a:r>
            <a:r>
              <a:rPr lang="en-US" sz="2600" dirty="0">
                <a:latin typeface="+mj-lt"/>
                <a:ea typeface="Yu Gothic Medium" panose="020B0500000000000000" pitchFamily="34" charset="-128"/>
              </a:rPr>
              <a:t>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ptos Narrow" panose="020B0004020202020204" pitchFamily="34" charset="0"/>
                <a:ea typeface="Yu Gothic Medium" panose="020B0500000000000000" pitchFamily="34" charset="-128"/>
              </a:rPr>
              <a:t>Team ID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>
                <a:latin typeface="Aptos Narrow" panose="020B0004020202020204" pitchFamily="34" charset="0"/>
                <a:ea typeface="Yu Gothic Medium" panose="020B0500000000000000" pitchFamily="34" charset="-128"/>
              </a:rPr>
              <a:t>Team Name(Registered on portal) </a:t>
            </a:r>
            <a:r>
              <a:rPr lang="en-US" sz="2600" b="1" dirty="0">
                <a:latin typeface="Sitka Subheading Semibold" pitchFamily="2" charset="0"/>
                <a:ea typeface="Yu Gothic Medium" panose="020B0500000000000000" pitchFamily="34" charset="-128"/>
              </a:rPr>
              <a:t>– </a:t>
            </a:r>
            <a:r>
              <a:rPr lang="en-US" sz="2600" dirty="0">
                <a:latin typeface="+mj-lt"/>
                <a:ea typeface="Yu Gothic Medium" panose="020B0500000000000000" pitchFamily="34" charset="-128"/>
              </a:rPr>
              <a:t>TEAM KAVACH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600" dirty="0">
              <a:latin typeface="Aptos Narrow" panose="020B0004020202020204" pitchFamily="34" charset="0"/>
              <a:ea typeface="Yu Gothic Medium" panose="020B0500000000000000" pitchFamily="34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b="1" dirty="0">
              <a:latin typeface="Aptos Narrow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41EC45-12D0-C40B-B133-EA614DB3E1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" r="2704" b="1857"/>
          <a:stretch>
            <a:fillRect/>
          </a:stretch>
        </p:blipFill>
        <p:spPr>
          <a:xfrm>
            <a:off x="8686799" y="1694994"/>
            <a:ext cx="2943727" cy="3390353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268862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CC86C-3778-7B9A-F849-412DC6B71A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977" y="120801"/>
            <a:ext cx="1386960" cy="685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534D4E-911C-F4B1-61C5-CB0BC050D547}"/>
              </a:ext>
            </a:extLst>
          </p:cNvPr>
          <p:cNvSpPr txBox="1"/>
          <p:nvPr/>
        </p:nvSpPr>
        <p:spPr>
          <a:xfrm>
            <a:off x="2976725" y="-74879"/>
            <a:ext cx="77162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erlin Sans FB" panose="020E0602020502020306" pitchFamily="34" charset="0"/>
              </a:rPr>
              <a:t>KAVACH BIE –</a:t>
            </a:r>
            <a:r>
              <a:rPr lang="en-US" sz="2800" b="1" dirty="0"/>
              <a:t>AI POWERED BLOCK  PLANNING  FOR INDIAN RAILWAYS</a:t>
            </a:r>
            <a:endParaRPr lang="en-IN" sz="28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543EE0-58C9-DAA2-7921-9638B204418A}"/>
              </a:ext>
            </a:extLst>
          </p:cNvPr>
          <p:cNvSpPr/>
          <p:nvPr/>
        </p:nvSpPr>
        <p:spPr>
          <a:xfrm>
            <a:off x="417095" y="1379622"/>
            <a:ext cx="4046621" cy="137962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19050">
            <a:solidFill>
              <a:schemeClr val="tx1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rgbClr val="FFFF00"/>
                </a:solidFill>
                <a:latin typeface="Aptos Display" panose="020B0004020202020204" pitchFamily="34" charset="0"/>
              </a:rPr>
              <a:t>Real World Issue </a:t>
            </a:r>
            <a:r>
              <a:rPr lang="en-US" b="1" dirty="0">
                <a:solidFill>
                  <a:srgbClr val="FFFF00"/>
                </a:solidFill>
                <a:latin typeface="Aptos Display" panose="020B000402020202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Bahnschrift SemiBold" panose="020B0502040204020203" pitchFamily="34" charset="0"/>
              </a:rPr>
              <a:t>Difficulties in track maintenance, Train delays, Route conflicts, Operational disruption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0A7638-36D8-5D9E-1A5C-9D8F1B5323DB}"/>
              </a:ext>
            </a:extLst>
          </p:cNvPr>
          <p:cNvSpPr/>
          <p:nvPr/>
        </p:nvSpPr>
        <p:spPr>
          <a:xfrm>
            <a:off x="417095" y="2940846"/>
            <a:ext cx="4046621" cy="1383632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19050"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>
                <a:solidFill>
                  <a:srgbClr val="FFFF00"/>
                </a:solidFill>
                <a:latin typeface="Aptos Display" panose="020B0004020202020204" pitchFamily="34" charset="0"/>
              </a:rPr>
              <a:t>Why Important </a:t>
            </a:r>
            <a:r>
              <a:rPr lang="en-US" b="1" dirty="0">
                <a:solidFill>
                  <a:srgbClr val="FFFF00"/>
                </a:solidFill>
                <a:latin typeface="Aptos Display" panose="020B000402020202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Berlin Sans FB" panose="020E0602020502020306" pitchFamily="34" charset="0"/>
              </a:rPr>
              <a:t>Poorly timed maintenance blocks create effect of delays , reduce railway punctuality &amp; Operational efficiency</a:t>
            </a: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5D06FB-0779-139F-D447-91281FAD5A53}"/>
              </a:ext>
            </a:extLst>
          </p:cNvPr>
          <p:cNvSpPr/>
          <p:nvPr/>
        </p:nvSpPr>
        <p:spPr>
          <a:xfrm>
            <a:off x="399047" y="4502070"/>
            <a:ext cx="4082715" cy="1465593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19050"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rgbClr val="FFFF00"/>
                </a:solidFill>
                <a:latin typeface="Aptos Display" panose="020B0004020202020204" pitchFamily="34" charset="0"/>
              </a:rPr>
              <a:t>Solution</a:t>
            </a:r>
            <a:r>
              <a:rPr lang="en-US" dirty="0"/>
              <a:t> : </a:t>
            </a:r>
            <a:r>
              <a:rPr lang="en-US" dirty="0">
                <a:latin typeface="Bahnschrift SemiBold" panose="020B0502040204020203" pitchFamily="34" charset="0"/>
              </a:rPr>
              <a:t>Kavach BIE proposes an AI-assisted optimization engine automatically generates feasible block schedules to minimize operational disruption </a:t>
            </a:r>
            <a:endParaRPr lang="en-IN" dirty="0">
              <a:latin typeface="Bahnschrift SemiBold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388686-3959-CEA1-5133-A6A744AE8352}"/>
              </a:ext>
            </a:extLst>
          </p:cNvPr>
          <p:cNvCxnSpPr>
            <a:cxnSpLocks/>
          </p:cNvCxnSpPr>
          <p:nvPr/>
        </p:nvCxnSpPr>
        <p:spPr>
          <a:xfrm>
            <a:off x="6545179" y="2759242"/>
            <a:ext cx="267009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73AA27-63C3-4196-7D1C-704F07677D8E}"/>
              </a:ext>
            </a:extLst>
          </p:cNvPr>
          <p:cNvCxnSpPr>
            <a:cxnSpLocks/>
          </p:cNvCxnSpPr>
          <p:nvPr/>
        </p:nvCxnSpPr>
        <p:spPr>
          <a:xfrm>
            <a:off x="5967663" y="3858124"/>
            <a:ext cx="4223084" cy="401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8519716-D583-283C-D059-732F67EF38EB}"/>
              </a:ext>
            </a:extLst>
          </p:cNvPr>
          <p:cNvCxnSpPr>
            <a:cxnSpLocks/>
          </p:cNvCxnSpPr>
          <p:nvPr/>
        </p:nvCxnSpPr>
        <p:spPr>
          <a:xfrm>
            <a:off x="5628772" y="4249483"/>
            <a:ext cx="4680285" cy="401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ADE595C-3C7E-39D4-0D6E-B06FA264B69E}"/>
              </a:ext>
            </a:extLst>
          </p:cNvPr>
          <p:cNvCxnSpPr>
            <a:cxnSpLocks/>
          </p:cNvCxnSpPr>
          <p:nvPr/>
        </p:nvCxnSpPr>
        <p:spPr>
          <a:xfrm>
            <a:off x="6545179" y="3043989"/>
            <a:ext cx="282742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12174150-E428-ED4D-07A4-8EAB064F7E6A}"/>
              </a:ext>
            </a:extLst>
          </p:cNvPr>
          <p:cNvCxnSpPr>
            <a:cxnSpLocks/>
          </p:cNvCxnSpPr>
          <p:nvPr/>
        </p:nvCxnSpPr>
        <p:spPr>
          <a:xfrm>
            <a:off x="4944979" y="5074438"/>
            <a:ext cx="6232358" cy="8021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7DA830F-BA36-69E4-8F47-A90BA6BA6923}"/>
              </a:ext>
            </a:extLst>
          </p:cNvPr>
          <p:cNvCxnSpPr>
            <a:cxnSpLocks/>
          </p:cNvCxnSpPr>
          <p:nvPr/>
        </p:nvCxnSpPr>
        <p:spPr>
          <a:xfrm>
            <a:off x="4644189" y="5413583"/>
            <a:ext cx="6689558" cy="802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0310BF3D-E49E-B906-CB9C-AF1A9EC71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89185935"/>
              </p:ext>
            </p:extLst>
          </p:nvPr>
        </p:nvGraphicFramePr>
        <p:xfrm>
          <a:off x="3362632" y="806660"/>
          <a:ext cx="8829368" cy="5930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" name="Picture 101">
            <a:extLst>
              <a:ext uri="{FF2B5EF4-FFF2-40B4-BE49-F238E27FC236}">
                <a16:creationId xmlns:a16="http://schemas.microsoft.com/office/drawing/2014/main" id="{6AA9E78E-A191-3089-8FDF-07300815DFF5}"/>
              </a:ext>
            </a:extLst>
          </p:cNvPr>
          <p:cNvPicPr>
            <a:picLocks noChangeAspect="1"/>
          </p:cNvPicPr>
          <p:nvPr/>
        </p:nvPicPr>
        <p:blipFill>
          <a:blip r:embed="rId8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447" t="8667" r="6568" b="14990"/>
          <a:stretch>
            <a:fillRect/>
          </a:stretch>
        </p:blipFill>
        <p:spPr>
          <a:xfrm>
            <a:off x="7623295" y="978754"/>
            <a:ext cx="471948" cy="424454"/>
          </a:xfrm>
          <a:prstGeom prst="flowChartConnector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3F05F5EC-7271-E838-16A6-CE7C774AE4DE}"/>
              </a:ext>
            </a:extLst>
          </p:cNvPr>
          <p:cNvSpPr txBox="1"/>
          <p:nvPr/>
        </p:nvSpPr>
        <p:spPr>
          <a:xfrm>
            <a:off x="6545179" y="1602260"/>
            <a:ext cx="2500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KAVACH BIE </a:t>
            </a:r>
            <a:r>
              <a:rPr lang="en-US" dirty="0">
                <a:latin typeface="Bahnschrift SemiBold SemiConden" panose="020B0502040204020203" pitchFamily="34" charset="0"/>
              </a:rPr>
              <a:t> AI </a:t>
            </a:r>
          </a:p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SOLUTION</a:t>
            </a:r>
            <a:endParaRPr lang="en-IN" dirty="0">
              <a:latin typeface="Bahnschrift SemiBold SemiConden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5591D6C-3471-F1D4-7EEB-045DB9329C9B}"/>
              </a:ext>
            </a:extLst>
          </p:cNvPr>
          <p:cNvSpPr txBox="1"/>
          <p:nvPr/>
        </p:nvSpPr>
        <p:spPr>
          <a:xfrm>
            <a:off x="6375581" y="2443253"/>
            <a:ext cx="2839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FF00"/>
                </a:solidFill>
              </a:rPr>
              <a:t>PRIMARY FUNCTIONS</a:t>
            </a:r>
            <a:endParaRPr lang="en-IN" b="1" u="sng" dirty="0">
              <a:solidFill>
                <a:srgbClr val="FFFF00"/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CED743C-DC87-7121-F6F1-7D24AA060191}"/>
              </a:ext>
            </a:extLst>
          </p:cNvPr>
          <p:cNvSpPr txBox="1"/>
          <p:nvPr/>
        </p:nvSpPr>
        <p:spPr>
          <a:xfrm>
            <a:off x="5034117" y="4664192"/>
            <a:ext cx="5476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&amp; SUPPORT </a:t>
            </a:r>
            <a:endParaRPr lang="en-IN" b="1" u="sng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870D893-E02E-D30C-7706-1B15DD605783}"/>
              </a:ext>
            </a:extLst>
          </p:cNvPr>
          <p:cNvSpPr/>
          <p:nvPr/>
        </p:nvSpPr>
        <p:spPr>
          <a:xfrm>
            <a:off x="4129547" y="5338660"/>
            <a:ext cx="1526073" cy="1325875"/>
          </a:xfrm>
          <a:prstGeom prst="rect">
            <a:avLst/>
          </a:prstGeom>
          <a:solidFill>
            <a:srgbClr val="B32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REAL TIME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</a:rPr>
              <a:t>MONITORING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74116F9-98A9-53C8-ACCC-747013C1A187}"/>
              </a:ext>
            </a:extLst>
          </p:cNvPr>
          <p:cNvSpPr/>
          <p:nvPr/>
        </p:nvSpPr>
        <p:spPr>
          <a:xfrm>
            <a:off x="5655621" y="5338661"/>
            <a:ext cx="1353170" cy="1335452"/>
          </a:xfrm>
          <a:prstGeom prst="rect">
            <a:avLst/>
          </a:prstGeom>
          <a:solidFill>
            <a:srgbClr val="B12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PREDICTIVE DELAY ANALYTICS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DF716BA-438F-2283-7E7F-6F1420AA28E4}"/>
              </a:ext>
            </a:extLst>
          </p:cNvPr>
          <p:cNvSpPr/>
          <p:nvPr/>
        </p:nvSpPr>
        <p:spPr>
          <a:xfrm>
            <a:off x="7020093" y="5338661"/>
            <a:ext cx="1581064" cy="1335452"/>
          </a:xfrm>
          <a:prstGeom prst="rect">
            <a:avLst/>
          </a:prstGeom>
          <a:solidFill>
            <a:srgbClr val="B62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STAKEHOLDER NOTIFICATION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A19B55DA-D05A-1C4C-FE15-4B3912CD21D5}"/>
              </a:ext>
            </a:extLst>
          </p:cNvPr>
          <p:cNvSpPr/>
          <p:nvPr/>
        </p:nvSpPr>
        <p:spPr>
          <a:xfrm>
            <a:off x="8612459" y="5341243"/>
            <a:ext cx="1485270" cy="1335452"/>
          </a:xfrm>
          <a:prstGeom prst="rect">
            <a:avLst/>
          </a:prstGeom>
          <a:solidFill>
            <a:srgbClr val="B62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AUTOMATED REPORTING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BD94193-EBF2-9BB9-80D1-C41B049B35C1}"/>
              </a:ext>
            </a:extLst>
          </p:cNvPr>
          <p:cNvSpPr/>
          <p:nvPr/>
        </p:nvSpPr>
        <p:spPr>
          <a:xfrm>
            <a:off x="10114835" y="5348238"/>
            <a:ext cx="1586561" cy="1325875"/>
          </a:xfrm>
          <a:prstGeom prst="rect">
            <a:avLst/>
          </a:prstGeom>
          <a:solidFill>
            <a:srgbClr val="B62C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CONTINUOUS REPORTING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3029738-A69B-DAD0-A665-4A9CBB9FC5BD}"/>
              </a:ext>
            </a:extLst>
          </p:cNvPr>
          <p:cNvSpPr/>
          <p:nvPr/>
        </p:nvSpPr>
        <p:spPr>
          <a:xfrm>
            <a:off x="5624052" y="2940846"/>
            <a:ext cx="2207529" cy="1383632"/>
          </a:xfrm>
          <a:prstGeom prst="rect">
            <a:avLst/>
          </a:prstGeom>
          <a:solidFill>
            <a:srgbClr val="AE5E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AI-POWERED BLOCK WINDOW OPTIMIZATION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8488946-6829-16DE-D767-8F62835B0F5A}"/>
              </a:ext>
            </a:extLst>
          </p:cNvPr>
          <p:cNvSpPr/>
          <p:nvPr/>
        </p:nvSpPr>
        <p:spPr>
          <a:xfrm>
            <a:off x="7831582" y="2940846"/>
            <a:ext cx="2266148" cy="1383626"/>
          </a:xfrm>
          <a:prstGeom prst="rect">
            <a:avLst/>
          </a:prstGeom>
          <a:solidFill>
            <a:srgbClr val="AC5D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TRAIN SCHEDULE &amp; TRAFFIC ANALYSIS</a:t>
            </a:r>
            <a:endParaRPr lang="en-IN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145" name="Diagram 144">
            <a:extLst>
              <a:ext uri="{FF2B5EF4-FFF2-40B4-BE49-F238E27FC236}">
                <a16:creationId xmlns:a16="http://schemas.microsoft.com/office/drawing/2014/main" id="{9B643E40-5D05-D6E9-9977-8A2F422063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355921"/>
              </p:ext>
            </p:extLst>
          </p:nvPr>
        </p:nvGraphicFramePr>
        <p:xfrm>
          <a:off x="10534358" y="2063021"/>
          <a:ext cx="1586561" cy="3111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46" name="TextBox 145">
            <a:extLst>
              <a:ext uri="{FF2B5EF4-FFF2-40B4-BE49-F238E27FC236}">
                <a16:creationId xmlns:a16="http://schemas.microsoft.com/office/drawing/2014/main" id="{86078071-2FA4-47EC-50E8-7BAC0E9DC13C}"/>
              </a:ext>
            </a:extLst>
          </p:cNvPr>
          <p:cNvSpPr txBox="1"/>
          <p:nvPr/>
        </p:nvSpPr>
        <p:spPr>
          <a:xfrm>
            <a:off x="10309057" y="1682676"/>
            <a:ext cx="18891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ahnschrift Condensed" panose="020B0502040204020203" pitchFamily="34" charset="0"/>
              </a:rPr>
              <a:t>KAVACH BIE DELIVERS</a:t>
            </a:r>
            <a:endParaRPr lang="en-IN" b="1" dirty="0">
              <a:latin typeface="Bahnschrift Condensed" panose="020B0502040204020203" pitchFamily="34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F34A2-3C90-B934-4EB2-45F261A5CBB4}"/>
              </a:ext>
            </a:extLst>
          </p:cNvPr>
          <p:cNvSpPr/>
          <p:nvPr/>
        </p:nvSpPr>
        <p:spPr>
          <a:xfrm>
            <a:off x="181122" y="113764"/>
            <a:ext cx="1241727" cy="1077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Team </a:t>
            </a:r>
          </a:p>
          <a:p>
            <a:pPr algn="ctr"/>
            <a:r>
              <a:rPr lang="en-IN" b="1" dirty="0"/>
              <a:t>Kavach</a:t>
            </a:r>
          </a:p>
        </p:txBody>
      </p:sp>
    </p:spTree>
    <p:extLst>
      <p:ext uri="{BB962C8B-B14F-4D97-AF65-F5344CB8AC3E}">
        <p14:creationId xmlns:p14="http://schemas.microsoft.com/office/powerpoint/2010/main" val="657737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34292E-3BC9-1ECD-B457-246466E49A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977" y="120802"/>
            <a:ext cx="1386960" cy="6858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71D467-860D-694E-B103-CD1B3E57C279}"/>
              </a:ext>
            </a:extLst>
          </p:cNvPr>
          <p:cNvSpPr txBox="1"/>
          <p:nvPr/>
        </p:nvSpPr>
        <p:spPr>
          <a:xfrm>
            <a:off x="2443316" y="0"/>
            <a:ext cx="73053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2060"/>
                </a:solidFill>
                <a:latin typeface="Franklin Gothic Heavy" panose="020B0903020102020204" pitchFamily="34" charset="0"/>
              </a:rPr>
              <a:t>TECHNICAL APPROACH</a:t>
            </a:r>
            <a:endParaRPr lang="en-IN" sz="4000" dirty="0">
              <a:solidFill>
                <a:srgbClr val="002060"/>
              </a:solidFill>
              <a:latin typeface="Franklin Gothic Heavy" panose="020B090302010202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6779ED7-8F79-9F27-822C-A31E4E2F9B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4581888"/>
              </p:ext>
            </p:extLst>
          </p:nvPr>
        </p:nvGraphicFramePr>
        <p:xfrm>
          <a:off x="401053" y="796612"/>
          <a:ext cx="6920874" cy="5748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8EC9DC76-849D-70D1-0901-39B7396E4C46}"/>
              </a:ext>
            </a:extLst>
          </p:cNvPr>
          <p:cNvCxnSpPr/>
          <p:nvPr/>
        </p:nvCxnSpPr>
        <p:spPr>
          <a:xfrm>
            <a:off x="4969968" y="1061689"/>
            <a:ext cx="668216" cy="644769"/>
          </a:xfrm>
          <a:prstGeom prst="curvedConnector3">
            <a:avLst>
              <a:gd name="adj1" fmla="val 99123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3053F9F8-70AE-82C0-27AF-92AB24A04BDD}"/>
              </a:ext>
            </a:extLst>
          </p:cNvPr>
          <p:cNvCxnSpPr/>
          <p:nvPr/>
        </p:nvCxnSpPr>
        <p:spPr>
          <a:xfrm rot="16200000" flipH="1">
            <a:off x="5567846" y="3652660"/>
            <a:ext cx="234462" cy="93785"/>
          </a:xfrm>
          <a:prstGeom prst="curvedConnector3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Curved 40">
            <a:extLst>
              <a:ext uri="{FF2B5EF4-FFF2-40B4-BE49-F238E27FC236}">
                <a16:creationId xmlns:a16="http://schemas.microsoft.com/office/drawing/2014/main" id="{88EC64AD-A2CC-2B3C-29A9-69BAA7752FE8}"/>
              </a:ext>
            </a:extLst>
          </p:cNvPr>
          <p:cNvCxnSpPr/>
          <p:nvPr/>
        </p:nvCxnSpPr>
        <p:spPr>
          <a:xfrm rot="10800000" flipV="1">
            <a:off x="4894077" y="5938664"/>
            <a:ext cx="1078523" cy="398585"/>
          </a:xfrm>
          <a:prstGeom prst="curvedConnector3">
            <a:avLst>
              <a:gd name="adj1" fmla="val 42391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0CD153E6-CE3A-F075-698B-AB7BF2F426F9}"/>
              </a:ext>
            </a:extLst>
          </p:cNvPr>
          <p:cNvCxnSpPr/>
          <p:nvPr/>
        </p:nvCxnSpPr>
        <p:spPr>
          <a:xfrm rot="10800000">
            <a:off x="1921639" y="5954956"/>
            <a:ext cx="1043354" cy="433753"/>
          </a:xfrm>
          <a:prstGeom prst="curvedConnector3">
            <a:avLst>
              <a:gd name="adj1" fmla="val 10618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48">
            <a:extLst>
              <a:ext uri="{FF2B5EF4-FFF2-40B4-BE49-F238E27FC236}">
                <a16:creationId xmlns:a16="http://schemas.microsoft.com/office/drawing/2014/main" id="{1934C501-B658-76D8-5447-C4730B039CFA}"/>
              </a:ext>
            </a:extLst>
          </p:cNvPr>
          <p:cNvCxnSpPr/>
          <p:nvPr/>
        </p:nvCxnSpPr>
        <p:spPr>
          <a:xfrm rot="5400000" flipH="1" flipV="1">
            <a:off x="1810758" y="3693201"/>
            <a:ext cx="234463" cy="12700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8FB77E8-7BC3-A13A-1631-050D771ECA42}"/>
              </a:ext>
            </a:extLst>
          </p:cNvPr>
          <p:cNvSpPr/>
          <p:nvPr/>
        </p:nvSpPr>
        <p:spPr>
          <a:xfrm>
            <a:off x="7700211" y="1160464"/>
            <a:ext cx="4379726" cy="55767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A94A98-0E1C-2EAC-4063-E56C5B2031C7}"/>
              </a:ext>
            </a:extLst>
          </p:cNvPr>
          <p:cNvSpPr/>
          <p:nvPr/>
        </p:nvSpPr>
        <p:spPr>
          <a:xfrm rot="10800000" flipV="1">
            <a:off x="7684168" y="707886"/>
            <a:ext cx="4395769" cy="655693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TECHNOLOGY STACK</a:t>
            </a:r>
            <a:endParaRPr lang="en-IN" sz="28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032AF9-A38F-3577-8C7C-24D162074D9D}"/>
              </a:ext>
            </a:extLst>
          </p:cNvPr>
          <p:cNvSpPr/>
          <p:nvPr/>
        </p:nvSpPr>
        <p:spPr>
          <a:xfrm>
            <a:off x="8057204" y="1436317"/>
            <a:ext cx="3801979" cy="655695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FRONTEND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HTML | CSS | JavaScript | React.js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D374B7A9-2238-B143-30B0-54D2214370D3}"/>
              </a:ext>
            </a:extLst>
          </p:cNvPr>
          <p:cNvSpPr/>
          <p:nvPr/>
        </p:nvSpPr>
        <p:spPr>
          <a:xfrm>
            <a:off x="8057205" y="2195999"/>
            <a:ext cx="3801979" cy="72843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BACKEND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Python | FastAPI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4701F08-2873-4BDF-C52B-AC19C52F0600}"/>
              </a:ext>
            </a:extLst>
          </p:cNvPr>
          <p:cNvSpPr/>
          <p:nvPr/>
        </p:nvSpPr>
        <p:spPr>
          <a:xfrm>
            <a:off x="8072398" y="3028416"/>
            <a:ext cx="3809885" cy="72843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AI/ML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Pandas | NumPy | Scikit-learn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FF53438-E7F0-8B14-06FC-BFF6597890BC}"/>
              </a:ext>
            </a:extLst>
          </p:cNvPr>
          <p:cNvSpPr/>
          <p:nvPr/>
        </p:nvSpPr>
        <p:spPr>
          <a:xfrm>
            <a:off x="8072399" y="3926171"/>
            <a:ext cx="3809884" cy="72843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OPTIMIZATION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Constraint-based Optimization Algorithms</a:t>
            </a:r>
            <a:endParaRPr lang="en-IN" sz="1600" b="1" dirty="0">
              <a:solidFill>
                <a:schemeClr val="tx1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F0F55CB5-7489-6FA0-FCB6-0040357C9651}"/>
              </a:ext>
            </a:extLst>
          </p:cNvPr>
          <p:cNvSpPr/>
          <p:nvPr/>
        </p:nvSpPr>
        <p:spPr>
          <a:xfrm>
            <a:off x="8072398" y="4817468"/>
            <a:ext cx="3809885" cy="72843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DATABASE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MySQL | PostgreSQL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BE00B57-9EC6-DF72-4EC9-A9AD4DACD4D1}"/>
              </a:ext>
            </a:extLst>
          </p:cNvPr>
          <p:cNvSpPr/>
          <p:nvPr/>
        </p:nvSpPr>
        <p:spPr>
          <a:xfrm>
            <a:off x="8057205" y="5715224"/>
            <a:ext cx="3809884" cy="728432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1">
                    <a:lumMod val="50000"/>
                  </a:schemeClr>
                </a:solidFill>
              </a:rPr>
              <a:t>Visualization &amp; Deployment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Plotly | Chart.js &amp; Cloud | Docker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B08965-3879-2CDA-6B19-D203D3E8A6CB}"/>
              </a:ext>
            </a:extLst>
          </p:cNvPr>
          <p:cNvSpPr/>
          <p:nvPr/>
        </p:nvSpPr>
        <p:spPr>
          <a:xfrm>
            <a:off x="181122" y="113764"/>
            <a:ext cx="1241727" cy="1077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Team </a:t>
            </a:r>
          </a:p>
          <a:p>
            <a:pPr algn="ctr"/>
            <a:r>
              <a:rPr lang="en-IN" b="1" dirty="0"/>
              <a:t>Kavach</a:t>
            </a:r>
          </a:p>
        </p:txBody>
      </p:sp>
    </p:spTree>
    <p:extLst>
      <p:ext uri="{BB962C8B-B14F-4D97-AF65-F5344CB8AC3E}">
        <p14:creationId xmlns:p14="http://schemas.microsoft.com/office/powerpoint/2010/main" val="4267131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BB9C7-AF10-D863-D474-282BC42EA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977" y="120802"/>
            <a:ext cx="1386960" cy="685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625E67-182F-6B27-2AD1-AFF90275219F}"/>
              </a:ext>
            </a:extLst>
          </p:cNvPr>
          <p:cNvSpPr txBox="1"/>
          <p:nvPr/>
        </p:nvSpPr>
        <p:spPr>
          <a:xfrm>
            <a:off x="786063" y="100204"/>
            <a:ext cx="9785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FEASIBILITY AND VIABILITY</a:t>
            </a:r>
            <a:endParaRPr lang="en-IN" sz="3600" b="1" dirty="0">
              <a:solidFill>
                <a:schemeClr val="accent1">
                  <a:lumMod val="50000"/>
                </a:schemeClr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C6820-78B9-ECD8-B19A-4B82B41317CA}"/>
              </a:ext>
            </a:extLst>
          </p:cNvPr>
          <p:cNvSpPr/>
          <p:nvPr/>
        </p:nvSpPr>
        <p:spPr>
          <a:xfrm>
            <a:off x="356529" y="1500483"/>
            <a:ext cx="3689684" cy="416318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23C3A-8A6A-20E1-340B-1125275CF092}"/>
              </a:ext>
            </a:extLst>
          </p:cNvPr>
          <p:cNvSpPr/>
          <p:nvPr/>
        </p:nvSpPr>
        <p:spPr>
          <a:xfrm>
            <a:off x="4178967" y="1500482"/>
            <a:ext cx="3962400" cy="416318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245C3-9697-10DF-53D8-AA9D1894845B}"/>
              </a:ext>
            </a:extLst>
          </p:cNvPr>
          <p:cNvSpPr/>
          <p:nvPr/>
        </p:nvSpPr>
        <p:spPr>
          <a:xfrm>
            <a:off x="8357705" y="1486345"/>
            <a:ext cx="3834295" cy="416318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D29813-F3D4-433D-5D02-2831E4FEC653}"/>
              </a:ext>
            </a:extLst>
          </p:cNvPr>
          <p:cNvSpPr txBox="1"/>
          <p:nvPr/>
        </p:nvSpPr>
        <p:spPr>
          <a:xfrm>
            <a:off x="440924" y="1645368"/>
            <a:ext cx="3384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2">
                    <a:lumMod val="25000"/>
                  </a:schemeClr>
                </a:solidFill>
              </a:rPr>
              <a:t>FEASIBILITY ANALYSIS</a:t>
            </a:r>
            <a:endParaRPr lang="en-IN" sz="2800" b="1" u="sng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03B1D-DC80-8530-7C12-7FD69E4964AC}"/>
              </a:ext>
            </a:extLst>
          </p:cNvPr>
          <p:cNvSpPr txBox="1"/>
          <p:nvPr/>
        </p:nvSpPr>
        <p:spPr>
          <a:xfrm>
            <a:off x="4347409" y="1605983"/>
            <a:ext cx="3625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/>
              <a:t>VIABILITY</a:t>
            </a:r>
            <a:endParaRPr lang="en-IN" sz="2800" b="1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E0CC16-AFE7-768A-CCB1-4DF925A3D92E}"/>
              </a:ext>
            </a:extLst>
          </p:cNvPr>
          <p:cNvSpPr txBox="1"/>
          <p:nvPr/>
        </p:nvSpPr>
        <p:spPr>
          <a:xfrm>
            <a:off x="8606819" y="1576356"/>
            <a:ext cx="3368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/>
              <a:t>BUSINESS POTENTIAL</a:t>
            </a:r>
            <a:endParaRPr lang="en-IN" sz="24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0E9364-2ED4-D5E9-E71A-8BEF314DB366}"/>
              </a:ext>
            </a:extLst>
          </p:cNvPr>
          <p:cNvSpPr txBox="1"/>
          <p:nvPr/>
        </p:nvSpPr>
        <p:spPr>
          <a:xfrm>
            <a:off x="440924" y="2289413"/>
            <a:ext cx="33848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Uses existing railway data – schedules,delays,traffic &amp; track information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AI/Optimization can automate manual block planning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Can integrate with existing railway systems through APIs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Scalable from prototype  -&gt; real world deployment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571D6-BB45-3511-F099-48D8CD96B76C}"/>
              </a:ext>
            </a:extLst>
          </p:cNvPr>
          <p:cNvSpPr txBox="1"/>
          <p:nvPr/>
        </p:nvSpPr>
        <p:spPr>
          <a:xfrm>
            <a:off x="4215003" y="2244566"/>
            <a:ext cx="34321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Reduces manual planning effort and human errors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Minimizes train disruption and maintenance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Improves track utilization and maintenance efficiency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Real time monitoring enables continuous improvement 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B2D82-1011-6CBC-92AD-092C4AB0379A}"/>
              </a:ext>
            </a:extLst>
          </p:cNvPr>
          <p:cNvSpPr txBox="1"/>
          <p:nvPr/>
        </p:nvSpPr>
        <p:spPr>
          <a:xfrm>
            <a:off x="8534631" y="2177093"/>
            <a:ext cx="35132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Can be deployed for Indian railways and railway operators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B2B/B2G software solution for railway zones and maintenance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Potential for subscription/licensing +system integration revenue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99F292A-AE8E-EEFF-9B93-E57EC6C281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" t="42856" r="1409" b="7506"/>
          <a:stretch>
            <a:fillRect/>
          </a:stretch>
        </p:blipFill>
        <p:spPr>
          <a:xfrm>
            <a:off x="0" y="4929863"/>
            <a:ext cx="12192000" cy="2017294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E1DEDDE-BE9E-CC97-52F8-5F88CA07EFC7}"/>
              </a:ext>
            </a:extLst>
          </p:cNvPr>
          <p:cNvSpPr/>
          <p:nvPr/>
        </p:nvSpPr>
        <p:spPr>
          <a:xfrm>
            <a:off x="181122" y="113764"/>
            <a:ext cx="1241727" cy="1077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Team </a:t>
            </a:r>
          </a:p>
          <a:p>
            <a:pPr algn="ctr"/>
            <a:r>
              <a:rPr lang="en-IN" b="1" dirty="0"/>
              <a:t>Kavach</a:t>
            </a:r>
          </a:p>
        </p:txBody>
      </p:sp>
    </p:spTree>
    <p:extLst>
      <p:ext uri="{BB962C8B-B14F-4D97-AF65-F5344CB8AC3E}">
        <p14:creationId xmlns:p14="http://schemas.microsoft.com/office/powerpoint/2010/main" val="19704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BE7576-87EE-D3B1-F8C5-AC8A2FD044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977" y="120802"/>
            <a:ext cx="1386960" cy="6858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66C1B3-1D8C-D858-FB76-40B04224D728}"/>
              </a:ext>
            </a:extLst>
          </p:cNvPr>
          <p:cNvSpPr txBox="1"/>
          <p:nvPr/>
        </p:nvSpPr>
        <p:spPr>
          <a:xfrm>
            <a:off x="1692442" y="0"/>
            <a:ext cx="8807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tx2">
                    <a:lumMod val="50000"/>
                  </a:schemeClr>
                </a:solidFill>
                <a:latin typeface="Bahnschrift SemiBold SemiConden" panose="020B0502040204020203" pitchFamily="34" charset="0"/>
              </a:rPr>
              <a:t>IMPACT AND BENEFITS</a:t>
            </a:r>
            <a:endParaRPr lang="en-IN" sz="3600" dirty="0">
              <a:solidFill>
                <a:schemeClr val="tx2">
                  <a:lumMod val="50000"/>
                </a:schemeClr>
              </a:solidFill>
              <a:latin typeface="Bahnschrift SemiBold SemiConden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1FF37D-87B3-D9EB-A027-9909A8EF9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" t="13363" r="2869" b="8784"/>
          <a:stretch>
            <a:fillRect/>
          </a:stretch>
        </p:blipFill>
        <p:spPr>
          <a:xfrm>
            <a:off x="0" y="861847"/>
            <a:ext cx="12192000" cy="605133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540F1251-4439-FB80-80DE-D25B8DB606B8}"/>
              </a:ext>
            </a:extLst>
          </p:cNvPr>
          <p:cNvSpPr/>
          <p:nvPr/>
        </p:nvSpPr>
        <p:spPr>
          <a:xfrm>
            <a:off x="84413" y="61192"/>
            <a:ext cx="1414610" cy="6928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  Team </a:t>
            </a:r>
          </a:p>
          <a:p>
            <a:pPr algn="ctr"/>
            <a:r>
              <a:rPr lang="en-IN" b="1" dirty="0"/>
              <a:t>Kavach</a:t>
            </a:r>
          </a:p>
        </p:txBody>
      </p:sp>
    </p:spTree>
    <p:extLst>
      <p:ext uri="{BB962C8B-B14F-4D97-AF65-F5344CB8AC3E}">
        <p14:creationId xmlns:p14="http://schemas.microsoft.com/office/powerpoint/2010/main" val="1741228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A9B11A-41E0-57AF-FA71-647FD30E7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242" y="112295"/>
            <a:ext cx="1812758" cy="10970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101042-2674-2D36-E71A-8E8892E7FD65}"/>
              </a:ext>
            </a:extLst>
          </p:cNvPr>
          <p:cNvSpPr txBox="1"/>
          <p:nvPr/>
        </p:nvSpPr>
        <p:spPr>
          <a:xfrm>
            <a:off x="3028335" y="267681"/>
            <a:ext cx="5997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ptos Narrow" panose="020B0004020202020204" pitchFamily="34" charset="0"/>
              </a:rPr>
              <a:t>RESEARCH AND REFERENCES</a:t>
            </a:r>
            <a:endParaRPr lang="en-IN" sz="2800" b="1" dirty="0">
              <a:latin typeface="Aptos Narrow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37B7A6-6A86-CB1D-4DFE-EC8F1FE1BA6A}"/>
              </a:ext>
            </a:extLst>
          </p:cNvPr>
          <p:cNvSpPr txBox="1"/>
          <p:nvPr/>
        </p:nvSpPr>
        <p:spPr>
          <a:xfrm>
            <a:off x="4518529" y="1209368"/>
            <a:ext cx="723654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Journal of Rail Transport Planning &amp; Management :</a:t>
            </a:r>
            <a:r>
              <a:rPr lang="en-IN" sz="2400" dirty="0">
                <a:hlinkClick r:id="rId3"/>
              </a:rPr>
              <a:t>Resource considerations for integrated planning of railway traffic and maintenance windows – ScienceDirect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Development of a maintenance possession scheduler for railway: </a:t>
            </a:r>
            <a:r>
              <a:rPr lang="en-IN" sz="2400" dirty="0">
                <a:hlinkClick r:id="rId4"/>
              </a:rPr>
              <a:t>Development of a maintenance possession scheduler for a railway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Railway Operations : </a:t>
            </a:r>
            <a:r>
              <a:rPr lang="en-IN" sz="2400" dirty="0">
                <a:hlinkClick r:id="rId5"/>
              </a:rPr>
              <a:t>[IRFCA] Indian Railways FAQ - Railway Operations — II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Railway Maintenance Scheduling &amp; Optimization  : </a:t>
            </a:r>
            <a:r>
              <a:rPr lang="en-IN" sz="2400" dirty="0">
                <a:hlinkClick r:id="rId6"/>
              </a:rPr>
              <a:t>Research portal Eindhoven University of Technology</a:t>
            </a: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Railway Maintenance Possession Scheduling : </a:t>
            </a:r>
            <a:r>
              <a:rPr lang="en-IN" sz="2400" dirty="0">
                <a:hlinkClick r:id="rId7"/>
              </a:rPr>
              <a:t>The South African Journal of Industrial Engineering</a:t>
            </a:r>
            <a:r>
              <a:rPr lang="en-IN" sz="2400" dirty="0"/>
              <a:t> </a:t>
            </a:r>
          </a:p>
          <a:p>
            <a:endParaRPr lang="en-IN" sz="24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E97FE22-A7C3-A208-B315-5D1F91856FC4}"/>
              </a:ext>
            </a:extLst>
          </p:cNvPr>
          <p:cNvSpPr/>
          <p:nvPr/>
        </p:nvSpPr>
        <p:spPr>
          <a:xfrm>
            <a:off x="181122" y="113764"/>
            <a:ext cx="1241727" cy="1077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Team </a:t>
            </a:r>
          </a:p>
          <a:p>
            <a:pPr algn="ctr"/>
            <a:r>
              <a:rPr lang="en-IN" b="1" dirty="0"/>
              <a:t>Kavach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46F6D-8A1C-45F7-5CDC-718E78D3E8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2" y="1309385"/>
            <a:ext cx="3874080" cy="245314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0F08ED-F1F4-D173-5EBF-91F135E021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22" y="3982065"/>
            <a:ext cx="3874080" cy="245314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9488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532</Words>
  <Application>Microsoft Office PowerPoint</Application>
  <PresentationFormat>Widescreen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Aptos Display</vt:lpstr>
      <vt:lpstr>Aptos Narrow</vt:lpstr>
      <vt:lpstr>Arial</vt:lpstr>
      <vt:lpstr>Bahnschrift Condensed</vt:lpstr>
      <vt:lpstr>Bahnschrift SemiBold</vt:lpstr>
      <vt:lpstr>Bahnschrift SemiBold SemiConden</vt:lpstr>
      <vt:lpstr>Baskerville Old Face</vt:lpstr>
      <vt:lpstr>Berlin Sans FB</vt:lpstr>
      <vt:lpstr>Calibri</vt:lpstr>
      <vt:lpstr>Calibri Light</vt:lpstr>
      <vt:lpstr>Franklin Gothic Heavy</vt:lpstr>
      <vt:lpstr>Sitka Subheading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VYSHNAVI KB</dc:creator>
  <cp:lastModifiedBy>KUMBA SOLOMON</cp:lastModifiedBy>
  <cp:revision>5</cp:revision>
  <dcterms:created xsi:type="dcterms:W3CDTF">2026-08-28T17:12:11Z</dcterms:created>
  <dcterms:modified xsi:type="dcterms:W3CDTF">2026-08-31T06:02:31Z</dcterms:modified>
</cp:coreProperties>
</file>